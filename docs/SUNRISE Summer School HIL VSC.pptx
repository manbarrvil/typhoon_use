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75" r:id="rId2"/>
    <p:sldId id="281" r:id="rId3"/>
    <p:sldId id="328" r:id="rId4"/>
    <p:sldId id="338" r:id="rId5"/>
    <p:sldId id="339" r:id="rId6"/>
    <p:sldId id="342" r:id="rId7"/>
    <p:sldId id="340" r:id="rId8"/>
    <p:sldId id="341" r:id="rId9"/>
    <p:sldId id="345" r:id="rId10"/>
    <p:sldId id="343" r:id="rId11"/>
    <p:sldId id="346" r:id="rId12"/>
    <p:sldId id="347" r:id="rId13"/>
    <p:sldId id="348" r:id="rId14"/>
    <p:sldId id="353" r:id="rId15"/>
    <p:sldId id="349" r:id="rId16"/>
    <p:sldId id="350" r:id="rId17"/>
    <p:sldId id="351" r:id="rId18"/>
    <p:sldId id="352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CDA"/>
    <a:srgbClr val="E3BFC8"/>
    <a:srgbClr val="FAE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16" autoAdjust="0"/>
    <p:restoredTop sz="94660"/>
  </p:normalViewPr>
  <p:slideViewPr>
    <p:cSldViewPr snapToGrid="0">
      <p:cViewPr varScale="1">
        <p:scale>
          <a:sx n="95" d="100"/>
          <a:sy n="95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1" d="100"/>
          <a:sy n="51" d="100"/>
        </p:scale>
        <p:origin x="2624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BARRAGAN VILLAREJO" userId="e219bb65-4134-4a25-9afb-9481b62e7fd2" providerId="ADAL" clId="{AA1FD3B6-5236-4C62-A2F3-D6C8354499AB}"/>
    <pc:docChg chg="custSel modSld">
      <pc:chgData name="MANUEL BARRAGAN VILLAREJO" userId="e219bb65-4134-4a25-9afb-9481b62e7fd2" providerId="ADAL" clId="{AA1FD3B6-5236-4C62-A2F3-D6C8354499AB}" dt="2025-05-25T16:29:32.225" v="12" actId="20577"/>
      <pc:docMkLst>
        <pc:docMk/>
      </pc:docMkLst>
      <pc:sldChg chg="modSp mod">
        <pc:chgData name="MANUEL BARRAGAN VILLAREJO" userId="e219bb65-4134-4a25-9afb-9481b62e7fd2" providerId="ADAL" clId="{AA1FD3B6-5236-4C62-A2F3-D6C8354499AB}" dt="2025-05-25T16:29:32.225" v="12" actId="20577"/>
        <pc:sldMkLst>
          <pc:docMk/>
          <pc:sldMk cId="4144774082" sldId="328"/>
        </pc:sldMkLst>
        <pc:spChg chg="mod">
          <ac:chgData name="MANUEL BARRAGAN VILLAREJO" userId="e219bb65-4134-4a25-9afb-9481b62e7fd2" providerId="ADAL" clId="{AA1FD3B6-5236-4C62-A2F3-D6C8354499AB}" dt="2025-05-25T16:29:32.225" v="12" actId="20577"/>
          <ac:spMkLst>
            <pc:docMk/>
            <pc:sldMk cId="4144774082" sldId="328"/>
            <ac:spMk id="6" creationId="{0E559049-3661-90B6-0F5F-931030A77949}"/>
          </ac:spMkLst>
        </pc:spChg>
      </pc:sldChg>
    </pc:docChg>
  </pc:docChgLst>
  <pc:docChgLst>
    <pc:chgData name="MANUEL BARRAGAN VILLAREJO" userId="e219bb65-4134-4a25-9afb-9481b62e7fd2" providerId="ADAL" clId="{47F31443-53F9-4840-95CD-7127A2598F33}"/>
    <pc:docChg chg="undo custSel addSld delSld modSld">
      <pc:chgData name="MANUEL BARRAGAN VILLAREJO" userId="e219bb65-4134-4a25-9afb-9481b62e7fd2" providerId="ADAL" clId="{47F31443-53F9-4840-95CD-7127A2598F33}" dt="2024-09-11T12:30:58.535" v="1640" actId="14100"/>
      <pc:docMkLst>
        <pc:docMk/>
      </pc:docMkLst>
      <pc:sldChg chg="modSp mod">
        <pc:chgData name="MANUEL BARRAGAN VILLAREJO" userId="e219bb65-4134-4a25-9afb-9481b62e7fd2" providerId="ADAL" clId="{47F31443-53F9-4840-95CD-7127A2598F33}" dt="2024-09-04T22:14:05.824" v="1608" actId="20577"/>
        <pc:sldMkLst>
          <pc:docMk/>
          <pc:sldMk cId="1012232748" sldId="275"/>
        </pc:sldMkLst>
      </pc:sldChg>
      <pc:sldChg chg="modSp mod">
        <pc:chgData name="MANUEL BARRAGAN VILLAREJO" userId="e219bb65-4134-4a25-9afb-9481b62e7fd2" providerId="ADAL" clId="{47F31443-53F9-4840-95CD-7127A2598F33}" dt="2024-09-04T22:13:28.549" v="1578" actId="12"/>
        <pc:sldMkLst>
          <pc:docMk/>
          <pc:sldMk cId="3556170000" sldId="281"/>
        </pc:sldMkLst>
      </pc:sldChg>
      <pc:sldChg chg="del">
        <pc:chgData name="MANUEL BARRAGAN VILLAREJO" userId="e219bb65-4134-4a25-9afb-9481b62e7fd2" providerId="ADAL" clId="{47F31443-53F9-4840-95CD-7127A2598F33}" dt="2024-09-04T22:14:15.737" v="1609" actId="47"/>
        <pc:sldMkLst>
          <pc:docMk/>
          <pc:sldMk cId="1066995789" sldId="323"/>
        </pc:sldMkLst>
      </pc:sldChg>
      <pc:sldChg chg="del">
        <pc:chgData name="MANUEL BARRAGAN VILLAREJO" userId="e219bb65-4134-4a25-9afb-9481b62e7fd2" providerId="ADAL" clId="{47F31443-53F9-4840-95CD-7127A2598F33}" dt="2024-09-03T16:46:36.341" v="78" actId="47"/>
        <pc:sldMkLst>
          <pc:docMk/>
          <pc:sldMk cId="410647022" sldId="327"/>
        </pc:sldMkLst>
      </pc:sldChg>
      <pc:sldChg chg="addSp delSp modSp mod">
        <pc:chgData name="MANUEL BARRAGAN VILLAREJO" userId="e219bb65-4134-4a25-9afb-9481b62e7fd2" providerId="ADAL" clId="{47F31443-53F9-4840-95CD-7127A2598F33}" dt="2024-09-03T16:45:13.834" v="29" actId="108"/>
        <pc:sldMkLst>
          <pc:docMk/>
          <pc:sldMk cId="4144774082" sldId="328"/>
        </pc:sldMkLst>
      </pc:sldChg>
      <pc:sldChg chg="del">
        <pc:chgData name="MANUEL BARRAGAN VILLAREJO" userId="e219bb65-4134-4a25-9afb-9481b62e7fd2" providerId="ADAL" clId="{47F31443-53F9-4840-95CD-7127A2598F33}" dt="2024-09-03T16:46:36.810" v="79" actId="47"/>
        <pc:sldMkLst>
          <pc:docMk/>
          <pc:sldMk cId="486572127" sldId="330"/>
        </pc:sldMkLst>
      </pc:sldChg>
      <pc:sldChg chg="del">
        <pc:chgData name="MANUEL BARRAGAN VILLAREJO" userId="e219bb65-4134-4a25-9afb-9481b62e7fd2" providerId="ADAL" clId="{47F31443-53F9-4840-95CD-7127A2598F33}" dt="2024-09-03T16:46:37.271" v="80" actId="47"/>
        <pc:sldMkLst>
          <pc:docMk/>
          <pc:sldMk cId="1467204674" sldId="331"/>
        </pc:sldMkLst>
      </pc:sldChg>
      <pc:sldChg chg="del">
        <pc:chgData name="MANUEL BARRAGAN VILLAREJO" userId="e219bb65-4134-4a25-9afb-9481b62e7fd2" providerId="ADAL" clId="{47F31443-53F9-4840-95CD-7127A2598F33}" dt="2024-09-03T16:46:37.744" v="81" actId="47"/>
        <pc:sldMkLst>
          <pc:docMk/>
          <pc:sldMk cId="957411509" sldId="332"/>
        </pc:sldMkLst>
      </pc:sldChg>
      <pc:sldChg chg="del">
        <pc:chgData name="MANUEL BARRAGAN VILLAREJO" userId="e219bb65-4134-4a25-9afb-9481b62e7fd2" providerId="ADAL" clId="{47F31443-53F9-4840-95CD-7127A2598F33}" dt="2024-09-03T16:46:38.164" v="82" actId="47"/>
        <pc:sldMkLst>
          <pc:docMk/>
          <pc:sldMk cId="1503675240" sldId="333"/>
        </pc:sldMkLst>
      </pc:sldChg>
      <pc:sldChg chg="del">
        <pc:chgData name="MANUEL BARRAGAN VILLAREJO" userId="e219bb65-4134-4a25-9afb-9481b62e7fd2" providerId="ADAL" clId="{47F31443-53F9-4840-95CD-7127A2598F33}" dt="2024-09-03T16:46:38.575" v="83" actId="47"/>
        <pc:sldMkLst>
          <pc:docMk/>
          <pc:sldMk cId="572381129" sldId="334"/>
        </pc:sldMkLst>
      </pc:sldChg>
      <pc:sldChg chg="del">
        <pc:chgData name="MANUEL BARRAGAN VILLAREJO" userId="e219bb65-4134-4a25-9afb-9481b62e7fd2" providerId="ADAL" clId="{47F31443-53F9-4840-95CD-7127A2598F33}" dt="2024-09-03T16:46:38.999" v="84" actId="47"/>
        <pc:sldMkLst>
          <pc:docMk/>
          <pc:sldMk cId="1525320906" sldId="335"/>
        </pc:sldMkLst>
      </pc:sldChg>
      <pc:sldChg chg="del">
        <pc:chgData name="MANUEL BARRAGAN VILLAREJO" userId="e219bb65-4134-4a25-9afb-9481b62e7fd2" providerId="ADAL" clId="{47F31443-53F9-4840-95CD-7127A2598F33}" dt="2024-09-03T16:46:39.523" v="85" actId="47"/>
        <pc:sldMkLst>
          <pc:docMk/>
          <pc:sldMk cId="2369569158" sldId="336"/>
        </pc:sldMkLst>
      </pc:sldChg>
      <pc:sldChg chg="del">
        <pc:chgData name="MANUEL BARRAGAN VILLAREJO" userId="e219bb65-4134-4a25-9afb-9481b62e7fd2" providerId="ADAL" clId="{47F31443-53F9-4840-95CD-7127A2598F33}" dt="2024-09-04T22:13:35.114" v="1579" actId="47"/>
        <pc:sldMkLst>
          <pc:docMk/>
          <pc:sldMk cId="286191042" sldId="337"/>
        </pc:sldMkLst>
      </pc:sldChg>
      <pc:sldChg chg="addSp delSp modSp add mod">
        <pc:chgData name="MANUEL BARRAGAN VILLAREJO" userId="e219bb65-4134-4a25-9afb-9481b62e7fd2" providerId="ADAL" clId="{47F31443-53F9-4840-95CD-7127A2598F33}" dt="2024-09-03T16:46:26.365" v="76"/>
        <pc:sldMkLst>
          <pc:docMk/>
          <pc:sldMk cId="3069879164" sldId="338"/>
        </pc:sldMkLst>
      </pc:sldChg>
      <pc:sldChg chg="addSp delSp modSp add mod">
        <pc:chgData name="MANUEL BARRAGAN VILLAREJO" userId="e219bb65-4134-4a25-9afb-9481b62e7fd2" providerId="ADAL" clId="{47F31443-53F9-4840-95CD-7127A2598F33}" dt="2024-09-03T16:48:11.105" v="113" actId="1076"/>
        <pc:sldMkLst>
          <pc:docMk/>
          <pc:sldMk cId="2134371704" sldId="339"/>
        </pc:sldMkLst>
      </pc:sldChg>
      <pc:sldChg chg="addSp delSp modSp add mod">
        <pc:chgData name="MANUEL BARRAGAN VILLAREJO" userId="e219bb65-4134-4a25-9afb-9481b62e7fd2" providerId="ADAL" clId="{47F31443-53F9-4840-95CD-7127A2598F33}" dt="2024-09-03T16:54:54.816" v="174" actId="12"/>
        <pc:sldMkLst>
          <pc:docMk/>
          <pc:sldMk cId="2580547656" sldId="340"/>
        </pc:sldMkLst>
      </pc:sldChg>
      <pc:sldChg chg="addSp delSp modSp add mod">
        <pc:chgData name="MANUEL BARRAGAN VILLAREJO" userId="e219bb65-4134-4a25-9afb-9481b62e7fd2" providerId="ADAL" clId="{47F31443-53F9-4840-95CD-7127A2598F33}" dt="2024-09-03T16:55:18.817" v="177" actId="1076"/>
        <pc:sldMkLst>
          <pc:docMk/>
          <pc:sldMk cId="454533428" sldId="341"/>
        </pc:sldMkLst>
      </pc:sldChg>
      <pc:sldChg chg="addSp delSp modSp add mod">
        <pc:chgData name="MANUEL BARRAGAN VILLAREJO" userId="e219bb65-4134-4a25-9afb-9481b62e7fd2" providerId="ADAL" clId="{47F31443-53F9-4840-95CD-7127A2598F33}" dt="2024-09-11T12:16:19.308" v="1611" actId="1076"/>
        <pc:sldMkLst>
          <pc:docMk/>
          <pc:sldMk cId="2567324803" sldId="342"/>
        </pc:sldMkLst>
      </pc:sldChg>
      <pc:sldChg chg="addSp delSp modSp add mod">
        <pc:chgData name="MANUEL BARRAGAN VILLAREJO" userId="e219bb65-4134-4a25-9afb-9481b62e7fd2" providerId="ADAL" clId="{47F31443-53F9-4840-95CD-7127A2598F33}" dt="2024-09-11T12:16:49.473" v="1612" actId="207"/>
        <pc:sldMkLst>
          <pc:docMk/>
          <pc:sldMk cId="119275428" sldId="343"/>
        </pc:sldMkLst>
      </pc:sldChg>
      <pc:sldChg chg="add del">
        <pc:chgData name="MANUEL BARRAGAN VILLAREJO" userId="e219bb65-4134-4a25-9afb-9481b62e7fd2" providerId="ADAL" clId="{47F31443-53F9-4840-95CD-7127A2598F33}" dt="2024-09-04T22:12:07.324" v="1568" actId="47"/>
        <pc:sldMkLst>
          <pc:docMk/>
          <pc:sldMk cId="1949698200" sldId="344"/>
        </pc:sldMkLst>
      </pc:sldChg>
      <pc:sldChg chg="addSp delSp modSp add mod">
        <pc:chgData name="MANUEL BARRAGAN VILLAREJO" userId="e219bb65-4134-4a25-9afb-9481b62e7fd2" providerId="ADAL" clId="{47F31443-53F9-4840-95CD-7127A2598F33}" dt="2024-09-04T19:04:03.650" v="287" actId="20577"/>
        <pc:sldMkLst>
          <pc:docMk/>
          <pc:sldMk cId="55332667" sldId="345"/>
        </pc:sldMkLst>
      </pc:sldChg>
      <pc:sldChg chg="addSp delSp modSp add mod">
        <pc:chgData name="MANUEL BARRAGAN VILLAREJO" userId="e219bb65-4134-4a25-9afb-9481b62e7fd2" providerId="ADAL" clId="{47F31443-53F9-4840-95CD-7127A2598F33}" dt="2024-09-11T12:23:05.629" v="1636" actId="1076"/>
        <pc:sldMkLst>
          <pc:docMk/>
          <pc:sldMk cId="1791839120" sldId="346"/>
        </pc:sldMkLst>
      </pc:sldChg>
      <pc:sldChg chg="addSp delSp modSp add mod">
        <pc:chgData name="MANUEL BARRAGAN VILLAREJO" userId="e219bb65-4134-4a25-9afb-9481b62e7fd2" providerId="ADAL" clId="{47F31443-53F9-4840-95CD-7127A2598F33}" dt="2024-09-04T21:52:23.157" v="958" actId="12"/>
        <pc:sldMkLst>
          <pc:docMk/>
          <pc:sldMk cId="398309151" sldId="347"/>
        </pc:sldMkLst>
      </pc:sldChg>
      <pc:sldChg chg="addSp delSp modSp add mod">
        <pc:chgData name="MANUEL BARRAGAN VILLAREJO" userId="e219bb65-4134-4a25-9afb-9481b62e7fd2" providerId="ADAL" clId="{47F31443-53F9-4840-95CD-7127A2598F33}" dt="2024-09-11T12:20:33.935" v="1614" actId="113"/>
        <pc:sldMkLst>
          <pc:docMk/>
          <pc:sldMk cId="2337919755" sldId="348"/>
        </pc:sldMkLst>
      </pc:sldChg>
      <pc:sldChg chg="addSp delSp modSp add mod">
        <pc:chgData name="MANUEL BARRAGAN VILLAREJO" userId="e219bb65-4134-4a25-9afb-9481b62e7fd2" providerId="ADAL" clId="{47F31443-53F9-4840-95CD-7127A2598F33}" dt="2024-09-04T21:58:16.126" v="1166" actId="1076"/>
        <pc:sldMkLst>
          <pc:docMk/>
          <pc:sldMk cId="2498424882" sldId="349"/>
        </pc:sldMkLst>
      </pc:sldChg>
      <pc:sldChg chg="addSp delSp modSp add mod">
        <pc:chgData name="MANUEL BARRAGAN VILLAREJO" userId="e219bb65-4134-4a25-9afb-9481b62e7fd2" providerId="ADAL" clId="{47F31443-53F9-4840-95CD-7127A2598F33}" dt="2024-09-04T22:11:39.034" v="1567" actId="113"/>
        <pc:sldMkLst>
          <pc:docMk/>
          <pc:sldMk cId="374947330" sldId="350"/>
        </pc:sldMkLst>
      </pc:sldChg>
      <pc:sldChg chg="add">
        <pc:chgData name="MANUEL BARRAGAN VILLAREJO" userId="e219bb65-4134-4a25-9afb-9481b62e7fd2" providerId="ADAL" clId="{47F31443-53F9-4840-95CD-7127A2598F33}" dt="2024-09-04T22:13:37.064" v="1580"/>
        <pc:sldMkLst>
          <pc:docMk/>
          <pc:sldMk cId="1704966994" sldId="351"/>
        </pc:sldMkLst>
      </pc:sldChg>
      <pc:sldChg chg="add">
        <pc:chgData name="MANUEL BARRAGAN VILLAREJO" userId="e219bb65-4134-4a25-9afb-9481b62e7fd2" providerId="ADAL" clId="{47F31443-53F9-4840-95CD-7127A2598F33}" dt="2024-09-04T22:14:17.785" v="1610"/>
        <pc:sldMkLst>
          <pc:docMk/>
          <pc:sldMk cId="2501273112" sldId="352"/>
        </pc:sldMkLst>
      </pc:sldChg>
      <pc:sldChg chg="addSp delSp modSp add mod">
        <pc:chgData name="MANUEL BARRAGAN VILLAREJO" userId="e219bb65-4134-4a25-9afb-9481b62e7fd2" providerId="ADAL" clId="{47F31443-53F9-4840-95CD-7127A2598F33}" dt="2024-09-11T12:30:58.535" v="1640" actId="14100"/>
        <pc:sldMkLst>
          <pc:docMk/>
          <pc:sldMk cId="2954714762" sldId="353"/>
        </pc:sldMkLst>
      </pc:sldChg>
    </pc:docChg>
  </pc:docChgLst>
  <pc:docChgLst>
    <pc:chgData name="MANUEL BARRAGAN VILLAREJO" userId="e219bb65-4134-4a25-9afb-9481b62e7fd2" providerId="ADAL" clId="{DB110D38-DEC5-4875-92D3-39477ABC5708}"/>
    <pc:docChg chg="undo custSel addSld delSld modSld">
      <pc:chgData name="MANUEL BARRAGAN VILLAREJO" userId="e219bb65-4134-4a25-9afb-9481b62e7fd2" providerId="ADAL" clId="{DB110D38-DEC5-4875-92D3-39477ABC5708}" dt="2024-09-03T16:40:13.506" v="1604" actId="1076"/>
      <pc:docMkLst>
        <pc:docMk/>
      </pc:docMkLst>
      <pc:sldChg chg="modSp mod">
        <pc:chgData name="MANUEL BARRAGAN VILLAREJO" userId="e219bb65-4134-4a25-9afb-9481b62e7fd2" providerId="ADAL" clId="{DB110D38-DEC5-4875-92D3-39477ABC5708}" dt="2024-08-27T15:07:00.806" v="23" actId="20577"/>
        <pc:sldMkLst>
          <pc:docMk/>
          <pc:sldMk cId="1012232748" sldId="275"/>
        </pc:sldMkLst>
      </pc:sldChg>
      <pc:sldChg chg="modSp mod">
        <pc:chgData name="MANUEL BARRAGAN VILLAREJO" userId="e219bb65-4134-4a25-9afb-9481b62e7fd2" providerId="ADAL" clId="{DB110D38-DEC5-4875-92D3-39477ABC5708}" dt="2024-09-03T16:33:02.972" v="1506" actId="20577"/>
        <pc:sldMkLst>
          <pc:docMk/>
          <pc:sldMk cId="3556170000" sldId="281"/>
        </pc:sldMkLst>
      </pc:sldChg>
      <pc:sldChg chg="del">
        <pc:chgData name="MANUEL BARRAGAN VILLAREJO" userId="e219bb65-4134-4a25-9afb-9481b62e7fd2" providerId="ADAL" clId="{DB110D38-DEC5-4875-92D3-39477ABC5708}" dt="2024-08-27T15:06:27.717" v="0" actId="47"/>
        <pc:sldMkLst>
          <pc:docMk/>
          <pc:sldMk cId="3014965178" sldId="298"/>
        </pc:sldMkLst>
      </pc:sldChg>
      <pc:sldChg chg="del">
        <pc:chgData name="MANUEL BARRAGAN VILLAREJO" userId="e219bb65-4134-4a25-9afb-9481b62e7fd2" providerId="ADAL" clId="{DB110D38-DEC5-4875-92D3-39477ABC5708}" dt="2024-08-27T15:06:29.920" v="2" actId="47"/>
        <pc:sldMkLst>
          <pc:docMk/>
          <pc:sldMk cId="3759211619" sldId="316"/>
        </pc:sldMkLst>
      </pc:sldChg>
      <pc:sldChg chg="del">
        <pc:chgData name="MANUEL BARRAGAN VILLAREJO" userId="e219bb65-4134-4a25-9afb-9481b62e7fd2" providerId="ADAL" clId="{DB110D38-DEC5-4875-92D3-39477ABC5708}" dt="2024-08-27T15:06:30.261" v="3" actId="47"/>
        <pc:sldMkLst>
          <pc:docMk/>
          <pc:sldMk cId="2782248818" sldId="317"/>
        </pc:sldMkLst>
      </pc:sldChg>
      <pc:sldChg chg="del">
        <pc:chgData name="MANUEL BARRAGAN VILLAREJO" userId="e219bb65-4134-4a25-9afb-9481b62e7fd2" providerId="ADAL" clId="{DB110D38-DEC5-4875-92D3-39477ABC5708}" dt="2024-08-27T15:06:30.748" v="4" actId="47"/>
        <pc:sldMkLst>
          <pc:docMk/>
          <pc:sldMk cId="1572478815" sldId="318"/>
        </pc:sldMkLst>
      </pc:sldChg>
      <pc:sldChg chg="del">
        <pc:chgData name="MANUEL BARRAGAN VILLAREJO" userId="e219bb65-4134-4a25-9afb-9481b62e7fd2" providerId="ADAL" clId="{DB110D38-DEC5-4875-92D3-39477ABC5708}" dt="2024-08-27T15:06:31.204" v="5" actId="47"/>
        <pc:sldMkLst>
          <pc:docMk/>
          <pc:sldMk cId="888846085" sldId="319"/>
        </pc:sldMkLst>
      </pc:sldChg>
      <pc:sldChg chg="del">
        <pc:chgData name="MANUEL BARRAGAN VILLAREJO" userId="e219bb65-4134-4a25-9afb-9481b62e7fd2" providerId="ADAL" clId="{DB110D38-DEC5-4875-92D3-39477ABC5708}" dt="2024-08-27T15:06:29.419" v="1" actId="47"/>
        <pc:sldMkLst>
          <pc:docMk/>
          <pc:sldMk cId="1492190673" sldId="324"/>
        </pc:sldMkLst>
      </pc:sldChg>
      <pc:sldChg chg="del">
        <pc:chgData name="MANUEL BARRAGAN VILLAREJO" userId="e219bb65-4134-4a25-9afb-9481b62e7fd2" providerId="ADAL" clId="{DB110D38-DEC5-4875-92D3-39477ABC5708}" dt="2024-08-27T15:06:31.784" v="6" actId="47"/>
        <pc:sldMkLst>
          <pc:docMk/>
          <pc:sldMk cId="3700201368" sldId="325"/>
        </pc:sldMkLst>
      </pc:sldChg>
      <pc:sldChg chg="del">
        <pc:chgData name="MANUEL BARRAGAN VILLAREJO" userId="e219bb65-4134-4a25-9afb-9481b62e7fd2" providerId="ADAL" clId="{DB110D38-DEC5-4875-92D3-39477ABC5708}" dt="2024-08-27T15:06:32.161" v="7" actId="47"/>
        <pc:sldMkLst>
          <pc:docMk/>
          <pc:sldMk cId="1809270704" sldId="326"/>
        </pc:sldMkLst>
      </pc:sldChg>
      <pc:sldChg chg="addSp delSp modSp add del mod">
        <pc:chgData name="MANUEL BARRAGAN VILLAREJO" userId="e219bb65-4134-4a25-9afb-9481b62e7fd2" providerId="ADAL" clId="{DB110D38-DEC5-4875-92D3-39477ABC5708}" dt="2024-09-03T16:33:22.671" v="1510" actId="27636"/>
        <pc:sldMkLst>
          <pc:docMk/>
          <pc:sldMk cId="410647022" sldId="327"/>
        </pc:sldMkLst>
      </pc:sldChg>
      <pc:sldChg chg="addSp delSp modSp add del mod">
        <pc:chgData name="MANUEL BARRAGAN VILLAREJO" userId="e219bb65-4134-4a25-9afb-9481b62e7fd2" providerId="ADAL" clId="{DB110D38-DEC5-4875-92D3-39477ABC5708}" dt="2024-08-27T15:22:14.796" v="356"/>
        <pc:sldMkLst>
          <pc:docMk/>
          <pc:sldMk cId="4144774082" sldId="328"/>
        </pc:sldMkLst>
      </pc:sldChg>
      <pc:sldChg chg="del">
        <pc:chgData name="MANUEL BARRAGAN VILLAREJO" userId="e219bb65-4134-4a25-9afb-9481b62e7fd2" providerId="ADAL" clId="{DB110D38-DEC5-4875-92D3-39477ABC5708}" dt="2024-08-27T15:34:35.861" v="703" actId="47"/>
        <pc:sldMkLst>
          <pc:docMk/>
          <pc:sldMk cId="3795144743" sldId="329"/>
        </pc:sldMkLst>
      </pc:sldChg>
      <pc:sldChg chg="addSp delSp modSp add mod">
        <pc:chgData name="MANUEL BARRAGAN VILLAREJO" userId="e219bb65-4134-4a25-9afb-9481b62e7fd2" providerId="ADAL" clId="{DB110D38-DEC5-4875-92D3-39477ABC5708}" dt="2024-09-03T16:33:28.161" v="1514" actId="27636"/>
        <pc:sldMkLst>
          <pc:docMk/>
          <pc:sldMk cId="486572127" sldId="330"/>
        </pc:sldMkLst>
      </pc:sldChg>
      <pc:sldChg chg="addSp delSp modSp add mod">
        <pc:chgData name="MANUEL BARRAGAN VILLAREJO" userId="e219bb65-4134-4a25-9afb-9481b62e7fd2" providerId="ADAL" clId="{DB110D38-DEC5-4875-92D3-39477ABC5708}" dt="2024-09-03T16:35:06.098" v="1588" actId="14100"/>
        <pc:sldMkLst>
          <pc:docMk/>
          <pc:sldMk cId="1467204674" sldId="331"/>
        </pc:sldMkLst>
      </pc:sldChg>
      <pc:sldChg chg="addSp delSp modSp add mod">
        <pc:chgData name="MANUEL BARRAGAN VILLAREJO" userId="e219bb65-4134-4a25-9afb-9481b62e7fd2" providerId="ADAL" clId="{DB110D38-DEC5-4875-92D3-39477ABC5708}" dt="2024-09-03T16:36:54.369" v="1596" actId="1076"/>
        <pc:sldMkLst>
          <pc:docMk/>
          <pc:sldMk cId="957411509" sldId="332"/>
        </pc:sldMkLst>
      </pc:sldChg>
      <pc:sldChg chg="addSp delSp modSp add mod">
        <pc:chgData name="MANUEL BARRAGAN VILLAREJO" userId="e219bb65-4134-4a25-9afb-9481b62e7fd2" providerId="ADAL" clId="{DB110D38-DEC5-4875-92D3-39477ABC5708}" dt="2024-09-03T16:33:47.652" v="1526" actId="27636"/>
        <pc:sldMkLst>
          <pc:docMk/>
          <pc:sldMk cId="1503675240" sldId="333"/>
        </pc:sldMkLst>
      </pc:sldChg>
      <pc:sldChg chg="addSp delSp modSp add mod">
        <pc:chgData name="MANUEL BARRAGAN VILLAREJO" userId="e219bb65-4134-4a25-9afb-9481b62e7fd2" providerId="ADAL" clId="{DB110D38-DEC5-4875-92D3-39477ABC5708}" dt="2024-09-03T16:33:53.144" v="1530" actId="27636"/>
        <pc:sldMkLst>
          <pc:docMk/>
          <pc:sldMk cId="572381129" sldId="334"/>
        </pc:sldMkLst>
      </pc:sldChg>
      <pc:sldChg chg="addSp delSp modSp add mod">
        <pc:chgData name="MANUEL BARRAGAN VILLAREJO" userId="e219bb65-4134-4a25-9afb-9481b62e7fd2" providerId="ADAL" clId="{DB110D38-DEC5-4875-92D3-39477ABC5708}" dt="2024-09-03T16:39:56.497" v="1602" actId="1076"/>
        <pc:sldMkLst>
          <pc:docMk/>
          <pc:sldMk cId="1525320906" sldId="335"/>
        </pc:sldMkLst>
      </pc:sldChg>
      <pc:sldChg chg="addSp delSp modSp add mod">
        <pc:chgData name="MANUEL BARRAGAN VILLAREJO" userId="e219bb65-4134-4a25-9afb-9481b62e7fd2" providerId="ADAL" clId="{DB110D38-DEC5-4875-92D3-39477ABC5708}" dt="2024-09-03T16:40:13.506" v="1604" actId="1076"/>
        <pc:sldMkLst>
          <pc:docMk/>
          <pc:sldMk cId="2369569158" sldId="336"/>
        </pc:sldMkLst>
      </pc:sldChg>
      <pc:sldChg chg="add">
        <pc:chgData name="MANUEL BARRAGAN VILLAREJO" userId="e219bb65-4134-4a25-9afb-9481b62e7fd2" providerId="ADAL" clId="{DB110D38-DEC5-4875-92D3-39477ABC5708}" dt="2024-08-27T15:52:12.894" v="1490"/>
        <pc:sldMkLst>
          <pc:docMk/>
          <pc:sldMk cId="286191042" sldId="33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B329AD-C8F3-4541-B2FB-D7072A61B85D}" type="datetimeFigureOut">
              <a:rPr lang="es-ES" smtClean="0"/>
              <a:t>25/05/2025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A0C76-D03E-41DE-935C-A3863EDDB6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19304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5F399-9174-4610-A103-514FDE06E79F}" type="datetimeFigureOut">
              <a:rPr lang="en-GB" smtClean="0"/>
              <a:t>25/05/2025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74C5E-DBB8-4596-BC21-FBA0C22AD3D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73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17531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654987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4449616" y="0"/>
            <a:ext cx="2634673" cy="2096656"/>
          </a:xfrm>
          <a:prstGeom prst="rect">
            <a:avLst/>
          </a:prstGeom>
        </p:spPr>
      </p:pic>
      <p:pic>
        <p:nvPicPr>
          <p:cNvPr id="9" name="Picture 2" descr="http://www.sevilladiario.com/files/logoUS_32.jp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42"/>
          <a:stretch/>
        </p:blipFill>
        <p:spPr bwMode="auto">
          <a:xfrm>
            <a:off x="11262521" y="6117996"/>
            <a:ext cx="799320" cy="65774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16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  <p:pic>
        <p:nvPicPr>
          <p:cNvPr id="10" name="Picture 2" descr="http://www.sevilladiario.com/files/logoUS_32.jp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42"/>
          <a:stretch/>
        </p:blipFill>
        <p:spPr bwMode="auto">
          <a:xfrm>
            <a:off x="11262521" y="6117996"/>
            <a:ext cx="799320" cy="65774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737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arcador de pie de página 4"/>
          <p:cNvSpPr txBox="1">
            <a:spLocks/>
          </p:cNvSpPr>
          <p:nvPr userDrawn="1"/>
        </p:nvSpPr>
        <p:spPr>
          <a:xfrm>
            <a:off x="2087418" y="6354619"/>
            <a:ext cx="7980218" cy="3602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This project has received funding from the European Union’s Horizon Widening participation and spreading excellence programme under grant agreement No. 101079200</a:t>
            </a:r>
            <a:endParaRPr lang="es-ES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5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230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5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9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9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8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020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2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087418" y="6354619"/>
            <a:ext cx="7980218" cy="360218"/>
          </a:xfrm>
        </p:spPr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37" b="3279"/>
          <a:stretch/>
        </p:blipFill>
        <p:spPr>
          <a:xfrm>
            <a:off x="1039090" y="6277343"/>
            <a:ext cx="678873" cy="47443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4" b="11656"/>
          <a:stretch/>
        </p:blipFill>
        <p:spPr>
          <a:xfrm>
            <a:off x="10942782" y="101601"/>
            <a:ext cx="1172255" cy="9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9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This project has received funding from the European Union’s Horizon Widening participation and spreading excellence programme under grant agreement No. 101079200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D527B-7932-41F4-A031-049D20E82D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948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nuelbarragan@us.e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phoon-hil.com/documentation/typhoon-hil-api-documentation/typhoon_api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.com/lit/ds/symlink/tms320f28335.pdf?ts=1725436907130&amp;ref_url=https%253A%252F%252Fdev.ti.com%252F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manuelbarragan@us.e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669309"/>
            <a:ext cx="9829800" cy="1163930"/>
          </a:xfrm>
        </p:spPr>
        <p:txBody>
          <a:bodyPr>
            <a:noAutofit/>
          </a:bodyPr>
          <a:lstStyle/>
          <a:p>
            <a:r>
              <a:rPr lang="es-ES" sz="4400" dirty="0">
                <a:latin typeface="+mn-lt"/>
              </a:rPr>
              <a:t>Control Hardware in </a:t>
            </a:r>
            <a:r>
              <a:rPr lang="es-ES" sz="4400" dirty="0" err="1">
                <a:latin typeface="+mn-lt"/>
              </a:rPr>
              <a:t>the</a:t>
            </a:r>
            <a:r>
              <a:rPr lang="es-ES" sz="4400" dirty="0">
                <a:latin typeface="+mn-lt"/>
              </a:rPr>
              <a:t> </a:t>
            </a:r>
            <a:r>
              <a:rPr lang="es-ES" sz="4400" dirty="0" err="1">
                <a:latin typeface="+mn-lt"/>
              </a:rPr>
              <a:t>Loop</a:t>
            </a:r>
            <a:r>
              <a:rPr lang="es-ES" sz="4400" dirty="0">
                <a:latin typeface="+mn-lt"/>
              </a:rPr>
              <a:t> of </a:t>
            </a:r>
            <a:br>
              <a:rPr lang="es-ES" sz="4400" dirty="0">
                <a:latin typeface="+mn-lt"/>
              </a:rPr>
            </a:br>
            <a:r>
              <a:rPr lang="es-ES" sz="4400" dirty="0" err="1">
                <a:latin typeface="+mn-lt"/>
              </a:rPr>
              <a:t>Voltage</a:t>
            </a:r>
            <a:r>
              <a:rPr lang="es-ES" sz="4400" dirty="0">
                <a:latin typeface="+mn-lt"/>
              </a:rPr>
              <a:t> </a:t>
            </a:r>
            <a:r>
              <a:rPr lang="es-ES" sz="4400" dirty="0" err="1">
                <a:latin typeface="+mn-lt"/>
              </a:rPr>
              <a:t>Source</a:t>
            </a:r>
            <a:r>
              <a:rPr lang="es-ES" sz="4400" dirty="0">
                <a:latin typeface="+mn-lt"/>
              </a:rPr>
              <a:t> </a:t>
            </a:r>
            <a:r>
              <a:rPr lang="es-ES" sz="4400" dirty="0" err="1">
                <a:latin typeface="+mn-lt"/>
              </a:rPr>
              <a:t>Converters</a:t>
            </a:r>
            <a:r>
              <a:rPr lang="es-ES" sz="4400" dirty="0">
                <a:latin typeface="+mn-lt"/>
              </a:rPr>
              <a:t> (</a:t>
            </a:r>
            <a:r>
              <a:rPr lang="es-ES" sz="4400" dirty="0" err="1">
                <a:latin typeface="+mn-lt"/>
              </a:rPr>
              <a:t>VSCs</a:t>
            </a:r>
            <a:r>
              <a:rPr lang="es-ES" sz="4400" dirty="0">
                <a:latin typeface="+mn-lt"/>
              </a:rPr>
              <a:t>)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927566"/>
            <a:ext cx="9144000" cy="2383183"/>
          </a:xfrm>
        </p:spPr>
        <p:txBody>
          <a:bodyPr>
            <a:normAutofit lnSpcReduction="10000"/>
          </a:bodyPr>
          <a:lstStyle/>
          <a:p>
            <a:r>
              <a:rPr lang="es-ES" b="1" dirty="0">
                <a:solidFill>
                  <a:schemeClr val="accent1"/>
                </a:solidFill>
              </a:rPr>
              <a:t>SUNRISE </a:t>
            </a:r>
            <a:r>
              <a:rPr lang="es-ES" b="1" dirty="0" err="1">
                <a:solidFill>
                  <a:schemeClr val="accent1"/>
                </a:solidFill>
              </a:rPr>
              <a:t>Summer</a:t>
            </a:r>
            <a:r>
              <a:rPr lang="es-ES" b="1" dirty="0">
                <a:solidFill>
                  <a:schemeClr val="accent1"/>
                </a:solidFill>
              </a:rPr>
              <a:t> </a:t>
            </a:r>
            <a:r>
              <a:rPr lang="es-ES" b="1" dirty="0" err="1">
                <a:solidFill>
                  <a:schemeClr val="accent1"/>
                </a:solidFill>
              </a:rPr>
              <a:t>School</a:t>
            </a:r>
            <a:endParaRPr lang="es-ES" b="1" dirty="0">
              <a:solidFill>
                <a:schemeClr val="accent1"/>
              </a:solidFill>
            </a:endParaRPr>
          </a:p>
          <a:p>
            <a:r>
              <a:rPr lang="es-ES" b="1" dirty="0" err="1">
                <a:solidFill>
                  <a:schemeClr val="accent1"/>
                </a:solidFill>
              </a:rPr>
              <a:t>Belgrade</a:t>
            </a:r>
            <a:r>
              <a:rPr lang="es-ES" b="1" dirty="0">
                <a:solidFill>
                  <a:schemeClr val="accent1"/>
                </a:solidFill>
              </a:rPr>
              <a:t> 10-13/9/2024</a:t>
            </a:r>
          </a:p>
          <a:p>
            <a:r>
              <a:rPr lang="es-ES" dirty="0"/>
              <a:t>Manuel Barragán Villarejo</a:t>
            </a:r>
          </a:p>
          <a:p>
            <a:pPr>
              <a:spcBef>
                <a:spcPts val="600"/>
              </a:spcBef>
            </a:pPr>
            <a:r>
              <a:rPr lang="es-ES" dirty="0" err="1"/>
              <a:t>Department</a:t>
            </a:r>
            <a:r>
              <a:rPr lang="es-ES" dirty="0"/>
              <a:t> of </a:t>
            </a:r>
            <a:r>
              <a:rPr lang="es-ES" dirty="0" err="1"/>
              <a:t>Electrical</a:t>
            </a:r>
            <a:r>
              <a:rPr lang="es-ES" dirty="0"/>
              <a:t> </a:t>
            </a:r>
            <a:r>
              <a:rPr lang="es-ES" dirty="0" err="1"/>
              <a:t>Engineering</a:t>
            </a:r>
            <a:endParaRPr lang="es-ES" dirty="0"/>
          </a:p>
          <a:p>
            <a:pPr>
              <a:spcBef>
                <a:spcPts val="0"/>
              </a:spcBef>
            </a:pPr>
            <a:r>
              <a:rPr lang="es-ES" dirty="0" err="1"/>
              <a:t>University</a:t>
            </a:r>
            <a:r>
              <a:rPr lang="es-ES" dirty="0"/>
              <a:t> of Sevilla</a:t>
            </a:r>
          </a:p>
          <a:p>
            <a:r>
              <a:rPr lang="es-ES" sz="1600" dirty="0"/>
              <a:t>(</a:t>
            </a:r>
            <a:r>
              <a:rPr lang="es-ES" sz="1600" dirty="0">
                <a:hlinkClick r:id="rId2"/>
              </a:rPr>
              <a:t>manuelbarragan@us.es</a:t>
            </a:r>
            <a:r>
              <a:rPr lang="es-ES" sz="1600" dirty="0"/>
              <a:t>)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This project has received funding from the European Union’s Horizon Widening participation and spreading excellence programme under grant agreement No. 101079200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2232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Outline</a:t>
            </a:r>
            <a:endParaRPr lang="en-GB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045486"/>
            <a:ext cx="10515600" cy="524101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sz="2400" dirty="0"/>
              <a:t>General </a:t>
            </a:r>
            <a:r>
              <a:rPr lang="es-ES" sz="2400" dirty="0" err="1"/>
              <a:t>overview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</a:t>
            </a:r>
            <a:r>
              <a:rPr lang="es-ES" sz="2400" dirty="0" err="1"/>
              <a:t>Typhoon</a:t>
            </a:r>
            <a:r>
              <a:rPr lang="es-ES" sz="2400" dirty="0"/>
              <a:t> HIL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 err="1"/>
              <a:t>Schematic</a:t>
            </a:r>
            <a:r>
              <a:rPr lang="es-ES" sz="2400" dirty="0"/>
              <a:t> Editor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HIL SCADA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Interface </a:t>
            </a:r>
            <a:r>
              <a:rPr lang="es-ES" sz="2400" dirty="0" err="1"/>
              <a:t>Typhoon</a:t>
            </a:r>
            <a:r>
              <a:rPr lang="es-ES" sz="2400" dirty="0"/>
              <a:t>-HIL 402 </a:t>
            </a:r>
            <a:r>
              <a:rPr lang="es-ES" sz="2400" dirty="0" err="1"/>
              <a:t>to</a:t>
            </a:r>
            <a:r>
              <a:rPr lang="es-ES" sz="2400" dirty="0"/>
              <a:t> DSP TMS320F28335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DSP TMS320F28335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 err="1"/>
              <a:t>Code</a:t>
            </a:r>
            <a:r>
              <a:rPr lang="es-ES" sz="2400" dirty="0"/>
              <a:t> </a:t>
            </a:r>
            <a:r>
              <a:rPr lang="es-ES" sz="2400" dirty="0" err="1"/>
              <a:t>composer</a:t>
            </a:r>
            <a:r>
              <a:rPr lang="es-ES" sz="2400" dirty="0"/>
              <a:t> </a:t>
            </a:r>
            <a:r>
              <a:rPr lang="es-ES" sz="2400" dirty="0" err="1"/>
              <a:t>studio</a:t>
            </a:r>
            <a:endParaRPr lang="es-ES" sz="2400" dirty="0"/>
          </a:p>
          <a:p>
            <a:pPr marL="457200" indent="-457200">
              <a:buFont typeface="+mj-lt"/>
              <a:buAutoNum type="arabicPeriod"/>
            </a:pPr>
            <a:r>
              <a:rPr lang="es-ES" sz="2400" dirty="0" err="1"/>
              <a:t>Description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</a:t>
            </a:r>
            <a:r>
              <a:rPr lang="es-ES" sz="2400" dirty="0" err="1"/>
              <a:t>the</a:t>
            </a:r>
            <a:r>
              <a:rPr lang="es-ES" sz="2400" dirty="0"/>
              <a:t> </a:t>
            </a:r>
            <a:r>
              <a:rPr lang="es-ES" sz="2400" dirty="0" err="1"/>
              <a:t>main.c</a:t>
            </a:r>
            <a:r>
              <a:rPr lang="es-ES" sz="2400" dirty="0"/>
              <a:t> file in CCS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 err="1"/>
              <a:t>Selection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control </a:t>
            </a:r>
            <a:r>
              <a:rPr lang="es-ES" sz="2400" dirty="0" err="1"/>
              <a:t>parameters</a:t>
            </a:r>
            <a:endParaRPr lang="es-ES" sz="2400" dirty="0"/>
          </a:p>
          <a:p>
            <a:pPr marL="0" indent="0">
              <a:buNone/>
            </a:pPr>
            <a:endParaRPr lang="es-ES" sz="2400" dirty="0"/>
          </a:p>
          <a:p>
            <a:endParaRPr lang="es-ES" sz="2400" dirty="0"/>
          </a:p>
          <a:p>
            <a:endParaRPr lang="es-ES" sz="240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617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General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overview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Typhoon</a:t>
            </a: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HIL 402/404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3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076292"/>
            <a:ext cx="10684933" cy="4581558"/>
          </a:xfrm>
        </p:spPr>
        <p:txBody>
          <a:bodyPr>
            <a:normAutofit fontScale="92500" lnSpcReduction="10000"/>
          </a:bodyPr>
          <a:lstStyle/>
          <a:p>
            <a:r>
              <a:rPr lang="en-GB" sz="2400" dirty="0"/>
              <a:t>Functionalities</a:t>
            </a:r>
            <a:r>
              <a:rPr lang="es-ES" sz="2400" dirty="0"/>
              <a:t>:</a:t>
            </a:r>
          </a:p>
          <a:p>
            <a:pPr lvl="1"/>
            <a:r>
              <a:rPr lang="es-ES" sz="2400" dirty="0"/>
              <a:t>Real time </a:t>
            </a:r>
            <a:r>
              <a:rPr lang="es-ES" sz="2400" dirty="0" err="1"/>
              <a:t>simulation</a:t>
            </a:r>
            <a:endParaRPr lang="es-ES" sz="2400" dirty="0"/>
          </a:p>
          <a:p>
            <a:pPr lvl="1"/>
            <a:r>
              <a:rPr lang="es-ES" sz="2400" b="1" dirty="0">
                <a:solidFill>
                  <a:srgbClr val="FF0000"/>
                </a:solidFill>
              </a:rPr>
              <a:t>Control Hardware in </a:t>
            </a:r>
            <a:r>
              <a:rPr lang="es-ES" sz="2400" b="1" dirty="0" err="1">
                <a:solidFill>
                  <a:srgbClr val="FF0000"/>
                </a:solidFill>
              </a:rPr>
              <a:t>the</a:t>
            </a:r>
            <a:r>
              <a:rPr lang="es-ES" sz="2400" b="1" dirty="0">
                <a:solidFill>
                  <a:srgbClr val="FF0000"/>
                </a:solidFill>
              </a:rPr>
              <a:t> </a:t>
            </a:r>
            <a:r>
              <a:rPr lang="es-ES" sz="2400" b="1" dirty="0" err="1">
                <a:solidFill>
                  <a:srgbClr val="FF0000"/>
                </a:solidFill>
              </a:rPr>
              <a:t>Loop</a:t>
            </a:r>
            <a:r>
              <a:rPr lang="es-ES" sz="2400" b="1" dirty="0">
                <a:solidFill>
                  <a:srgbClr val="FF0000"/>
                </a:solidFill>
              </a:rPr>
              <a:t>: C-HIL</a:t>
            </a:r>
          </a:p>
          <a:p>
            <a:pPr lvl="1"/>
            <a:r>
              <a:rPr lang="es-ES" sz="2400" dirty="0" err="1"/>
              <a:t>Power</a:t>
            </a:r>
            <a:r>
              <a:rPr lang="es-ES" sz="2400" dirty="0"/>
              <a:t> Hardware in </a:t>
            </a:r>
            <a:r>
              <a:rPr lang="es-ES" sz="2400" dirty="0" err="1"/>
              <a:t>the</a:t>
            </a:r>
            <a:r>
              <a:rPr lang="es-ES" sz="2400" dirty="0"/>
              <a:t> </a:t>
            </a:r>
            <a:r>
              <a:rPr lang="es-ES" sz="2400" dirty="0" err="1"/>
              <a:t>Loop</a:t>
            </a:r>
            <a:r>
              <a:rPr lang="es-ES" sz="2400" dirty="0"/>
              <a:t>: P-HIL</a:t>
            </a:r>
          </a:p>
          <a:p>
            <a:pPr>
              <a:lnSpc>
                <a:spcPct val="100000"/>
              </a:lnSpc>
            </a:pPr>
            <a:r>
              <a:rPr lang="es-ES" sz="2400" dirty="0"/>
              <a:t>Hardware:</a:t>
            </a:r>
          </a:p>
          <a:p>
            <a:pPr lvl="1"/>
            <a:r>
              <a:rPr lang="es-ES" sz="2400" dirty="0"/>
              <a:t>Real time </a:t>
            </a:r>
            <a:r>
              <a:rPr lang="es-ES" sz="2400" dirty="0" err="1"/>
              <a:t>platform</a:t>
            </a:r>
            <a:endParaRPr lang="es-ES" sz="2400" dirty="0"/>
          </a:p>
          <a:p>
            <a:pPr lvl="1"/>
            <a:r>
              <a:rPr lang="es-ES" sz="2400" dirty="0"/>
              <a:t>HIL DSP Interface</a:t>
            </a:r>
          </a:p>
          <a:p>
            <a:pPr lvl="1"/>
            <a:r>
              <a:rPr lang="es-ES" sz="2400" dirty="0"/>
              <a:t>DSP</a:t>
            </a:r>
          </a:p>
          <a:p>
            <a:pPr>
              <a:lnSpc>
                <a:spcPct val="110000"/>
              </a:lnSpc>
            </a:pPr>
            <a:r>
              <a:rPr lang="es-ES" sz="2400" dirty="0"/>
              <a:t>Software:</a:t>
            </a:r>
          </a:p>
          <a:p>
            <a:pPr lvl="1"/>
            <a:r>
              <a:rPr lang="es-ES" sz="2400" dirty="0" err="1"/>
              <a:t>Schematic</a:t>
            </a:r>
            <a:r>
              <a:rPr lang="es-ES" sz="2400" dirty="0"/>
              <a:t> editor</a:t>
            </a:r>
          </a:p>
          <a:p>
            <a:pPr lvl="1"/>
            <a:r>
              <a:rPr lang="es-ES" sz="2400" dirty="0"/>
              <a:t>HIL </a:t>
            </a:r>
            <a:r>
              <a:rPr lang="es-ES" sz="2400" dirty="0" err="1"/>
              <a:t>Scada</a:t>
            </a:r>
            <a:endParaRPr lang="es-ES" sz="2400" dirty="0"/>
          </a:p>
          <a:p>
            <a:pPr lvl="1"/>
            <a:r>
              <a:rPr lang="es-ES" sz="2400" dirty="0" err="1"/>
              <a:t>Typhoon</a:t>
            </a:r>
            <a:r>
              <a:rPr lang="es-ES" sz="2400" dirty="0"/>
              <a:t> Test</a:t>
            </a:r>
          </a:p>
          <a:p>
            <a:pPr lvl="1"/>
            <a:r>
              <a:rPr lang="es-ES" dirty="0" err="1"/>
              <a:t>Typhoon</a:t>
            </a:r>
            <a:r>
              <a:rPr lang="es-ES" dirty="0"/>
              <a:t> RCP</a:t>
            </a:r>
            <a:endParaRPr lang="es-ES" sz="2400" dirty="0"/>
          </a:p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3" name="Marcador de contenido 5">
            <a:extLst>
              <a:ext uri="{FF2B5EF4-FFF2-40B4-BE49-F238E27FC236}">
                <a16:creationId xmlns:a16="http://schemas.microsoft.com/office/drawing/2014/main" id="{A7E0460B-BBCC-F03E-E05D-3747CE7EB0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109" t="15186" r="11282" b="20396"/>
          <a:stretch/>
        </p:blipFill>
        <p:spPr>
          <a:xfrm>
            <a:off x="6700404" y="1803399"/>
            <a:ext cx="4416330" cy="40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7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>
            <a:normAutofit/>
          </a:bodyPr>
          <a:lstStyle/>
          <a:p>
            <a:r>
              <a:rPr lang="es-ES" dirty="0" err="1"/>
              <a:t>Schematic</a:t>
            </a:r>
            <a:r>
              <a:rPr lang="es-ES" dirty="0"/>
              <a:t> Editor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4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076292"/>
            <a:ext cx="10684933" cy="4581558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3ACAE82-D560-1BB0-4817-D2BA69B4A4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897"/>
          <a:stretch/>
        </p:blipFill>
        <p:spPr>
          <a:xfrm>
            <a:off x="475312" y="1265811"/>
            <a:ext cx="11258308" cy="469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879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>
            <a:normAutofit/>
          </a:bodyPr>
          <a:lstStyle/>
          <a:p>
            <a:r>
              <a:rPr lang="es-ES" dirty="0"/>
              <a:t>HIL SCADA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5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076292"/>
            <a:ext cx="10684933" cy="4581558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47FB71-1A26-A7D4-A2F3-253CC9BB49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074"/>
          <a:stretch/>
        </p:blipFill>
        <p:spPr>
          <a:xfrm>
            <a:off x="1506570" y="1012145"/>
            <a:ext cx="8739052" cy="451881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3206347-12CF-F3D6-2B86-9B9977F96E01}"/>
              </a:ext>
            </a:extLst>
          </p:cNvPr>
          <p:cNvSpPr txBox="1"/>
          <p:nvPr/>
        </p:nvSpPr>
        <p:spPr>
          <a:xfrm>
            <a:off x="781250" y="5556182"/>
            <a:ext cx="108004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hlinkClick r:id="rId3"/>
              </a:rPr>
              <a:t>https://www.typhoon-hil.com/documentation/typhoon-hil-api-documentation/typhoon_api.html#</a:t>
            </a:r>
            <a:endParaRPr lang="en-GB" sz="1800" dirty="0"/>
          </a:p>
          <a:p>
            <a:r>
              <a:rPr lang="en-GB" sz="1800" dirty="0"/>
              <a:t>https://www.typhoon-hil.com/documentation/typhoon-hil-software-manual/References/action_widgets.html</a:t>
            </a:r>
          </a:p>
        </p:txBody>
      </p:sp>
    </p:spTree>
    <p:extLst>
      <p:ext uri="{BB962C8B-B14F-4D97-AF65-F5344CB8AC3E}">
        <p14:creationId xmlns:p14="http://schemas.microsoft.com/office/powerpoint/2010/main" val="213437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>
            <a:normAutofit fontScale="90000"/>
          </a:bodyPr>
          <a:lstStyle/>
          <a:p>
            <a:r>
              <a:rPr lang="es-ES" dirty="0"/>
              <a:t>Interface </a:t>
            </a:r>
            <a:r>
              <a:rPr lang="es-ES" dirty="0" err="1"/>
              <a:t>Typhoon</a:t>
            </a:r>
            <a:r>
              <a:rPr lang="es-ES" dirty="0"/>
              <a:t>-HIL 402/404 </a:t>
            </a:r>
            <a:r>
              <a:rPr lang="es-ES" dirty="0" err="1"/>
              <a:t>to</a:t>
            </a:r>
            <a:r>
              <a:rPr lang="es-ES" dirty="0"/>
              <a:t> DSP TMS320F28335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6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076292"/>
            <a:ext cx="10684933" cy="4581558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7932AFC-82F9-0DED-B1A5-5B4FA26DF6B2}"/>
              </a:ext>
            </a:extLst>
          </p:cNvPr>
          <p:cNvSpPr txBox="1"/>
          <p:nvPr/>
        </p:nvSpPr>
        <p:spPr>
          <a:xfrm>
            <a:off x="838200" y="1300756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DSP Interface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0767F22-993E-542B-1FF5-A3E0099988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166" t="25408" r="12500" b="19926"/>
          <a:stretch/>
        </p:blipFill>
        <p:spPr>
          <a:xfrm>
            <a:off x="3237084" y="1209480"/>
            <a:ext cx="6936379" cy="294876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26BECD8-D021-867C-ABEF-C4675406DA47}"/>
              </a:ext>
            </a:extLst>
          </p:cNvPr>
          <p:cNvSpPr txBox="1"/>
          <p:nvPr/>
        </p:nvSpPr>
        <p:spPr>
          <a:xfrm>
            <a:off x="766263" y="3969968"/>
            <a:ext cx="60972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/>
              <a:t>Analog signal connector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Digital signal connector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DIM100 control card connector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SPI (Serial Peripheral Interface) DAC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CAN bus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XDS100v2 and UART 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4CBC44B-2379-CE68-CB99-032F53A27C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69" t="40598" r="12564" b="17236"/>
          <a:stretch/>
        </p:blipFill>
        <p:spPr>
          <a:xfrm>
            <a:off x="5886384" y="4222505"/>
            <a:ext cx="5981176" cy="197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324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>
            <a:normAutofit fontScale="90000"/>
          </a:bodyPr>
          <a:lstStyle/>
          <a:p>
            <a:r>
              <a:rPr lang="es-ES" dirty="0"/>
              <a:t>Interface </a:t>
            </a:r>
            <a:r>
              <a:rPr lang="es-ES" dirty="0" err="1"/>
              <a:t>Typhoon</a:t>
            </a:r>
            <a:r>
              <a:rPr lang="es-ES" dirty="0"/>
              <a:t>-HIL 402/404 </a:t>
            </a:r>
            <a:r>
              <a:rPr lang="es-ES" dirty="0" err="1"/>
              <a:t>to</a:t>
            </a:r>
            <a:r>
              <a:rPr lang="es-ES" dirty="0"/>
              <a:t> DSP TMS320F28335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7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214202"/>
            <a:ext cx="10684933" cy="4443647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89749D-EA89-FE14-6BB4-F9000BF49B74}"/>
              </a:ext>
            </a:extLst>
          </p:cNvPr>
          <p:cNvSpPr txBox="1"/>
          <p:nvPr/>
        </p:nvSpPr>
        <p:spPr>
          <a:xfrm>
            <a:off x="957497" y="1336995"/>
            <a:ext cx="6097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DSP Interface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Analog signal connector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1407D2D-1032-F7B6-7BD0-18BB8D7E82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00" t="21453" r="32308" b="8120"/>
          <a:stretch/>
        </p:blipFill>
        <p:spPr>
          <a:xfrm>
            <a:off x="4572000" y="1047425"/>
            <a:ext cx="4383794" cy="532844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EA94D50-1FE6-C3A5-C184-8DACD974E788}"/>
              </a:ext>
            </a:extLst>
          </p:cNvPr>
          <p:cNvSpPr txBox="1"/>
          <p:nvPr/>
        </p:nvSpPr>
        <p:spPr>
          <a:xfrm>
            <a:off x="4826000" y="1721065"/>
            <a:ext cx="3768260" cy="1656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CE0CACF-D8D1-889E-1644-667C02370EA6}"/>
              </a:ext>
            </a:extLst>
          </p:cNvPr>
          <p:cNvSpPr txBox="1"/>
          <p:nvPr/>
        </p:nvSpPr>
        <p:spPr>
          <a:xfrm>
            <a:off x="4819073" y="3938963"/>
            <a:ext cx="3768260" cy="252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928FBA5-7497-84AF-7A70-0EC4A302EEFC}"/>
              </a:ext>
            </a:extLst>
          </p:cNvPr>
          <p:cNvSpPr txBox="1"/>
          <p:nvPr/>
        </p:nvSpPr>
        <p:spPr>
          <a:xfrm>
            <a:off x="4826000" y="4772964"/>
            <a:ext cx="3768260" cy="1404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EA6234C-A7C5-9054-C8D1-94F5759B499B}"/>
                  </a:ext>
                </a:extLst>
              </p:cNvPr>
              <p:cNvSpPr txBox="1"/>
              <p:nvPr/>
            </p:nvSpPr>
            <p:spPr>
              <a:xfrm>
                <a:off x="8624922" y="2238399"/>
                <a:ext cx="450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EA6234C-A7C5-9054-C8D1-94F5759B4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922" y="2238399"/>
                <a:ext cx="45027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2B232B1-F48F-330E-2C01-0DEFA40AA644}"/>
                  </a:ext>
                </a:extLst>
              </p:cNvPr>
              <p:cNvSpPr txBox="1"/>
              <p:nvPr/>
            </p:nvSpPr>
            <p:spPr>
              <a:xfrm>
                <a:off x="8611535" y="3838349"/>
                <a:ext cx="450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2B232B1-F48F-330E-2C01-0DEFA40AA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1535" y="3838349"/>
                <a:ext cx="450273" cy="369332"/>
              </a:xfrm>
              <a:prstGeom prst="rect">
                <a:avLst/>
              </a:prstGeom>
              <a:blipFill>
                <a:blip r:embed="rId4"/>
                <a:stretch>
                  <a:fillRect r="-40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B9231E4-50ED-43B9-488C-BB2546F9E0BC}"/>
                  </a:ext>
                </a:extLst>
              </p:cNvPr>
              <p:cNvSpPr txBox="1"/>
              <p:nvPr/>
            </p:nvSpPr>
            <p:spPr>
              <a:xfrm>
                <a:off x="8624922" y="1935899"/>
                <a:ext cx="450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B9231E4-50ED-43B9-488C-BB2546F9E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922" y="1935899"/>
                <a:ext cx="45027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4D360240-E8FC-E022-9C02-D4D8BBC50115}"/>
                  </a:ext>
                </a:extLst>
              </p:cNvPr>
              <p:cNvSpPr txBox="1"/>
              <p:nvPr/>
            </p:nvSpPr>
            <p:spPr>
              <a:xfrm>
                <a:off x="8631296" y="1684400"/>
                <a:ext cx="450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𝑠𝑐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4D360240-E8FC-E022-9C02-D4D8BBC50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296" y="1684400"/>
                <a:ext cx="4502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B3135DA-8426-6DFD-6720-D21D70B2879D}"/>
                  </a:ext>
                </a:extLst>
              </p:cNvPr>
              <p:cNvSpPr txBox="1"/>
              <p:nvPr/>
            </p:nvSpPr>
            <p:spPr>
              <a:xfrm>
                <a:off x="8631296" y="4688567"/>
                <a:ext cx="450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𝑠𝑐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B3135DA-8426-6DFD-6720-D21D70B28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296" y="4688567"/>
                <a:ext cx="4502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20F3AAC0-6E5A-563C-F7D0-42A5E820D20A}"/>
                  </a:ext>
                </a:extLst>
              </p:cNvPr>
              <p:cNvSpPr txBox="1"/>
              <p:nvPr/>
            </p:nvSpPr>
            <p:spPr>
              <a:xfrm>
                <a:off x="8624921" y="4991067"/>
                <a:ext cx="450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𝑠𝑏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20F3AAC0-6E5A-563C-F7D0-42A5E820D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921" y="4991067"/>
                <a:ext cx="45027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0AB3583-F4FB-0BF5-4667-C2313C800336}"/>
                  </a:ext>
                </a:extLst>
              </p:cNvPr>
              <p:cNvSpPr txBox="1"/>
              <p:nvPr/>
            </p:nvSpPr>
            <p:spPr>
              <a:xfrm>
                <a:off x="8631296" y="5257958"/>
                <a:ext cx="450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𝑠𝑏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0AB3583-F4FB-0BF5-4667-C2313C800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296" y="5257958"/>
                <a:ext cx="450273" cy="369332"/>
              </a:xfrm>
              <a:prstGeom prst="rect">
                <a:avLst/>
              </a:prstGeom>
              <a:blipFill>
                <a:blip r:embed="rId9"/>
                <a:stretch>
                  <a:fillRect r="-27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B5E9406E-7407-EAF4-8BC3-0F4EF153ECA8}"/>
                  </a:ext>
                </a:extLst>
              </p:cNvPr>
              <p:cNvSpPr txBox="1"/>
              <p:nvPr/>
            </p:nvSpPr>
            <p:spPr>
              <a:xfrm>
                <a:off x="8668332" y="5532795"/>
                <a:ext cx="450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𝑠𝑎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B5E9406E-7407-EAF4-8BC3-0F4EF153E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332" y="5532795"/>
                <a:ext cx="45027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26F5D92-E66B-54FC-0BC0-331A2A5CA571}"/>
                  </a:ext>
                </a:extLst>
              </p:cNvPr>
              <p:cNvSpPr txBox="1"/>
              <p:nvPr/>
            </p:nvSpPr>
            <p:spPr>
              <a:xfrm>
                <a:off x="8656791" y="5827322"/>
                <a:ext cx="450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𝑠𝑎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26F5D92-E66B-54FC-0BC0-331A2A5CA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791" y="5827322"/>
                <a:ext cx="45027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53865D1B-8925-5C17-57DD-1E6685269D26}"/>
                  </a:ext>
                </a:extLst>
              </p:cNvPr>
              <p:cNvSpPr txBox="1"/>
              <p:nvPr/>
            </p:nvSpPr>
            <p:spPr>
              <a:xfrm>
                <a:off x="8624921" y="2518907"/>
                <a:ext cx="450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53865D1B-8925-5C17-57DD-1E6685269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921" y="2518907"/>
                <a:ext cx="4502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FDC0EAE-C663-DF09-3BBA-60815B156D04}"/>
                  </a:ext>
                </a:extLst>
              </p:cNvPr>
              <p:cNvSpPr txBox="1"/>
              <p:nvPr/>
            </p:nvSpPr>
            <p:spPr>
              <a:xfrm>
                <a:off x="8624921" y="2762620"/>
                <a:ext cx="4502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𝑠𝑛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FDC0EAE-C663-DF09-3BBA-60815B156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921" y="2762620"/>
                <a:ext cx="45027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34817DAE-A399-44E1-456C-8373C2B3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146853"/>
              </p:ext>
            </p:extLst>
          </p:nvPr>
        </p:nvGraphicFramePr>
        <p:xfrm>
          <a:off x="9212029" y="1330745"/>
          <a:ext cx="2027885" cy="485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885">
                  <a:extLst>
                    <a:ext uri="{9D8B030D-6E8A-4147-A177-3AD203B41FA5}">
                      <a16:colId xmlns:a16="http://schemas.microsoft.com/office/drawing/2014/main" val="3352552364"/>
                    </a:ext>
                  </a:extLst>
                </a:gridCol>
              </a:tblGrid>
              <a:tr h="358422">
                <a:tc>
                  <a:txBody>
                    <a:bodyPr/>
                    <a:lstStyle/>
                    <a:p>
                      <a:r>
                        <a:rPr lang="en-GB" dirty="0"/>
                        <a:t>Buffer ADC. CCS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50506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972524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715751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642690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113137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511038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177703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endParaRPr lang="en-GB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820865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endParaRPr lang="en-GB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242682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363974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endParaRPr lang="en-GB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229788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endParaRPr lang="en-GB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517814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637354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156146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743853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371499"/>
                  </a:ext>
                </a:extLst>
              </a:tr>
              <a:tr h="28048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/>
                        <a:t>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854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54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7397" y="365126"/>
            <a:ext cx="11549921" cy="771912"/>
          </a:xfrm>
        </p:spPr>
        <p:txBody>
          <a:bodyPr>
            <a:normAutofit fontScale="90000"/>
          </a:bodyPr>
          <a:lstStyle/>
          <a:p>
            <a:r>
              <a:rPr lang="es-ES" dirty="0"/>
              <a:t>Interface </a:t>
            </a:r>
            <a:r>
              <a:rPr lang="es-ES" dirty="0" err="1"/>
              <a:t>Typhoon</a:t>
            </a:r>
            <a:r>
              <a:rPr lang="es-ES" dirty="0"/>
              <a:t>-HIL 402/404 </a:t>
            </a:r>
            <a:r>
              <a:rPr lang="es-ES" dirty="0" err="1"/>
              <a:t>to</a:t>
            </a:r>
            <a:r>
              <a:rPr lang="es-ES" dirty="0"/>
              <a:t> DSP TMS320F28335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8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214202"/>
            <a:ext cx="10684933" cy="4443647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89749D-EA89-FE14-6BB4-F9000BF49B74}"/>
              </a:ext>
            </a:extLst>
          </p:cNvPr>
          <p:cNvSpPr txBox="1"/>
          <p:nvPr/>
        </p:nvSpPr>
        <p:spPr>
          <a:xfrm>
            <a:off x="890041" y="1022350"/>
            <a:ext cx="6097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DSP Interface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GB" sz="2400" dirty="0"/>
              <a:t>Digital signal connector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4F26FF-043A-4358-2137-55FF55CD86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00" t="15926" r="13250" b="15907"/>
          <a:stretch/>
        </p:blipFill>
        <p:spPr>
          <a:xfrm>
            <a:off x="2087418" y="2125881"/>
            <a:ext cx="7396828" cy="406633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487B444-44CD-1DE6-464B-6D9C9A0390F5}"/>
              </a:ext>
            </a:extLst>
          </p:cNvPr>
          <p:cNvSpPr txBox="1"/>
          <p:nvPr/>
        </p:nvSpPr>
        <p:spPr>
          <a:xfrm>
            <a:off x="8734327" y="2991032"/>
            <a:ext cx="207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PWM: Top phase 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0550052-837B-797F-573C-0C81202F4560}"/>
              </a:ext>
            </a:extLst>
          </p:cNvPr>
          <p:cNvSpPr txBox="1"/>
          <p:nvPr/>
        </p:nvSpPr>
        <p:spPr>
          <a:xfrm>
            <a:off x="8734328" y="4311101"/>
            <a:ext cx="24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PWM: Bottom phase 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DE28A21-A496-BC74-11A8-44BD2C1E3321}"/>
              </a:ext>
            </a:extLst>
          </p:cNvPr>
          <p:cNvSpPr txBox="1"/>
          <p:nvPr/>
        </p:nvSpPr>
        <p:spPr>
          <a:xfrm>
            <a:off x="8734328" y="3232507"/>
            <a:ext cx="207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PWM: Top phase B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1E3B325-C2DB-FF82-249F-D4301A6E6956}"/>
              </a:ext>
            </a:extLst>
          </p:cNvPr>
          <p:cNvSpPr txBox="1"/>
          <p:nvPr/>
        </p:nvSpPr>
        <p:spPr>
          <a:xfrm>
            <a:off x="8734327" y="4536794"/>
            <a:ext cx="2454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PWM: Bottom phase B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2D2F000-5CC9-AD57-03C5-45EFD2AED369}"/>
              </a:ext>
            </a:extLst>
          </p:cNvPr>
          <p:cNvSpPr txBox="1"/>
          <p:nvPr/>
        </p:nvSpPr>
        <p:spPr>
          <a:xfrm>
            <a:off x="8751489" y="2531109"/>
            <a:ext cx="207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PWM: Top phase C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5952EC4-6DA9-CE57-FD26-40582DE22854}"/>
              </a:ext>
            </a:extLst>
          </p:cNvPr>
          <p:cNvSpPr txBox="1"/>
          <p:nvPr/>
        </p:nvSpPr>
        <p:spPr>
          <a:xfrm>
            <a:off x="8734326" y="3841972"/>
            <a:ext cx="235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PWM: Bottom phase C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637AC71-FB73-783F-CF65-91ACA15B9BF9}"/>
              </a:ext>
            </a:extLst>
          </p:cNvPr>
          <p:cNvSpPr txBox="1"/>
          <p:nvPr/>
        </p:nvSpPr>
        <p:spPr>
          <a:xfrm>
            <a:off x="5703792" y="2624227"/>
            <a:ext cx="3030534" cy="25286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4230759-89AF-443A-EB63-E723CA5CDF6D}"/>
              </a:ext>
            </a:extLst>
          </p:cNvPr>
          <p:cNvSpPr txBox="1"/>
          <p:nvPr/>
        </p:nvSpPr>
        <p:spPr>
          <a:xfrm>
            <a:off x="5703792" y="3060076"/>
            <a:ext cx="3025350" cy="2293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B5453EF-795F-F5C2-26AC-260FB6FD7262}"/>
              </a:ext>
            </a:extLst>
          </p:cNvPr>
          <p:cNvSpPr txBox="1"/>
          <p:nvPr/>
        </p:nvSpPr>
        <p:spPr>
          <a:xfrm>
            <a:off x="5703792" y="3272644"/>
            <a:ext cx="3025350" cy="22023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1F3F5B9-DADE-9FE8-DB64-0E94C59741A8}"/>
              </a:ext>
            </a:extLst>
          </p:cNvPr>
          <p:cNvSpPr txBox="1"/>
          <p:nvPr/>
        </p:nvSpPr>
        <p:spPr>
          <a:xfrm>
            <a:off x="5703792" y="3933905"/>
            <a:ext cx="3046127" cy="20289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041C1A2-408D-B04D-D114-76CD58BE52DD}"/>
              </a:ext>
            </a:extLst>
          </p:cNvPr>
          <p:cNvSpPr txBox="1"/>
          <p:nvPr/>
        </p:nvSpPr>
        <p:spPr>
          <a:xfrm>
            <a:off x="5703791" y="4379153"/>
            <a:ext cx="3046127" cy="20877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BD6E5C1-B12A-7C84-CCBE-06F4C962E4BD}"/>
              </a:ext>
            </a:extLst>
          </p:cNvPr>
          <p:cNvSpPr txBox="1"/>
          <p:nvPr/>
        </p:nvSpPr>
        <p:spPr>
          <a:xfrm>
            <a:off x="5703792" y="3734654"/>
            <a:ext cx="3046127" cy="18461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EC1D974-F26F-1E8F-C5E9-0BB8FD95FA70}"/>
              </a:ext>
            </a:extLst>
          </p:cNvPr>
          <p:cNvSpPr txBox="1"/>
          <p:nvPr/>
        </p:nvSpPr>
        <p:spPr>
          <a:xfrm>
            <a:off x="5703791" y="5020069"/>
            <a:ext cx="3056148" cy="20643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445F04E-9E86-6B29-4DE6-893DD5898790}"/>
              </a:ext>
            </a:extLst>
          </p:cNvPr>
          <p:cNvSpPr txBox="1"/>
          <p:nvPr/>
        </p:nvSpPr>
        <p:spPr>
          <a:xfrm>
            <a:off x="8721843" y="3641976"/>
            <a:ext cx="235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Enable DC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ABACC09-E831-41D4-7B01-562CAA7F0AE1}"/>
              </a:ext>
            </a:extLst>
          </p:cNvPr>
          <p:cNvSpPr txBox="1"/>
          <p:nvPr/>
        </p:nvSpPr>
        <p:spPr>
          <a:xfrm>
            <a:off x="8749919" y="4920767"/>
            <a:ext cx="235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Enable AC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638E29F-BF3A-30C2-4F08-D534354AE026}"/>
              </a:ext>
            </a:extLst>
          </p:cNvPr>
          <p:cNvSpPr txBox="1"/>
          <p:nvPr/>
        </p:nvSpPr>
        <p:spPr>
          <a:xfrm>
            <a:off x="5718384" y="2848460"/>
            <a:ext cx="3025350" cy="2293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267E7A2-2EB6-E3F4-678B-ABE32BBC1EE5}"/>
              </a:ext>
            </a:extLst>
          </p:cNvPr>
          <p:cNvSpPr txBox="1"/>
          <p:nvPr/>
        </p:nvSpPr>
        <p:spPr>
          <a:xfrm>
            <a:off x="8729142" y="2770673"/>
            <a:ext cx="207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PWM: Top DC/DC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E63A626-7993-D37C-1518-78B388C14FD0}"/>
              </a:ext>
            </a:extLst>
          </p:cNvPr>
          <p:cNvSpPr txBox="1"/>
          <p:nvPr/>
        </p:nvSpPr>
        <p:spPr>
          <a:xfrm>
            <a:off x="8729141" y="4072889"/>
            <a:ext cx="236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PWM: Bottom DC/DC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0CE9FE2-C714-9378-D506-140FF6659A64}"/>
              </a:ext>
            </a:extLst>
          </p:cNvPr>
          <p:cNvSpPr txBox="1"/>
          <p:nvPr/>
        </p:nvSpPr>
        <p:spPr>
          <a:xfrm>
            <a:off x="5690809" y="4156108"/>
            <a:ext cx="3046127" cy="20289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3C86FB5-CF04-2F29-E45A-DE6EE8B857C2}"/>
              </a:ext>
            </a:extLst>
          </p:cNvPr>
          <p:cNvSpPr txBox="1"/>
          <p:nvPr/>
        </p:nvSpPr>
        <p:spPr>
          <a:xfrm>
            <a:off x="5698590" y="3494791"/>
            <a:ext cx="3025350" cy="22023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1BFB4D0-C20F-C335-3C72-29A4EB9C508C}"/>
              </a:ext>
            </a:extLst>
          </p:cNvPr>
          <p:cNvSpPr txBox="1"/>
          <p:nvPr/>
        </p:nvSpPr>
        <p:spPr>
          <a:xfrm>
            <a:off x="8745710" y="3437193"/>
            <a:ext cx="207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Interrupt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896F9FF-08A5-B90E-035E-33C30C76FBDB}"/>
              </a:ext>
            </a:extLst>
          </p:cNvPr>
          <p:cNvSpPr txBox="1"/>
          <p:nvPr/>
        </p:nvSpPr>
        <p:spPr>
          <a:xfrm>
            <a:off x="5688312" y="4601187"/>
            <a:ext cx="3046127" cy="20877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4533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90041" y="365126"/>
            <a:ext cx="10817277" cy="771912"/>
          </a:xfrm>
        </p:spPr>
        <p:txBody>
          <a:bodyPr>
            <a:normAutofit/>
          </a:bodyPr>
          <a:lstStyle/>
          <a:p>
            <a:r>
              <a:rPr lang="es-ES" dirty="0"/>
              <a:t>DSP TMS320F28335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9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214202"/>
            <a:ext cx="10684933" cy="4443647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89749D-EA89-FE14-6BB4-F9000BF49B74}"/>
              </a:ext>
            </a:extLst>
          </p:cNvPr>
          <p:cNvSpPr txBox="1"/>
          <p:nvPr/>
        </p:nvSpPr>
        <p:spPr>
          <a:xfrm>
            <a:off x="890041" y="1022350"/>
            <a:ext cx="109746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Up to 150 MHz (6.67-ns cycle time)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On-chip memory: 256K × 16 flash, 34K × 16 SARAM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Peripherals: 3.3-V I/O design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Up to 18 PWM outputs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12-bit ADC, 16 channels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Up to 88 individually programmable, multiplexed GPIO pins with input filtering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Serial port peripherals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Up to 2 CAN modules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Up to 3 SCI (UART) modules</a:t>
            </a:r>
            <a:endParaRPr lang="en-GB" sz="24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CB311A9-BE75-98DF-2181-B3351686F9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3" t="10373" r="6622"/>
          <a:stretch/>
        </p:blipFill>
        <p:spPr>
          <a:xfrm>
            <a:off x="7251292" y="3548398"/>
            <a:ext cx="4159458" cy="193487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50A5379-82AB-2FC2-24F3-CE22130922A9}"/>
              </a:ext>
            </a:extLst>
          </p:cNvPr>
          <p:cNvSpPr txBox="1"/>
          <p:nvPr/>
        </p:nvSpPr>
        <p:spPr>
          <a:xfrm>
            <a:off x="177617" y="5769358"/>
            <a:ext cx="11892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https://www.ti.com/lit/ds/symlink/tms320f28335.pdf?ts=1725436907130&amp;ref_url=https%253A%252F%252Fdev.ti.com%252F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332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2385" y="365126"/>
            <a:ext cx="10684933" cy="771912"/>
          </a:xfrm>
        </p:spPr>
        <p:txBody>
          <a:bodyPr>
            <a:normAutofit/>
          </a:bodyPr>
          <a:lstStyle/>
          <a:p>
            <a:r>
              <a:rPr lang="es-ES" dirty="0" err="1"/>
              <a:t>Code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</a:t>
            </a:r>
            <a:r>
              <a:rPr lang="es-ES" dirty="0" err="1"/>
              <a:t>studio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10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214202"/>
            <a:ext cx="10684933" cy="4443647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89749D-EA89-FE14-6BB4-F9000BF49B74}"/>
              </a:ext>
            </a:extLst>
          </p:cNvPr>
          <p:cNvSpPr txBox="1"/>
          <p:nvPr/>
        </p:nvSpPr>
        <p:spPr>
          <a:xfrm>
            <a:off x="890041" y="1022350"/>
            <a:ext cx="109746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Code Composer Studio is an integrated development environment (IDE) for TI's microcontrollers and processors. It comprises a suite of tools used to develop and debug embedded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Includes an optimizing C/C++ compiler, source code editor, project build environment, debugger, profiler and many other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Compilers for proprietary architectures such as MSP430TM, C2000TM and DSPs are included as well as a compiler for Arm®-based microcontrollers</a:t>
            </a:r>
            <a:endParaRPr lang="en-GB" sz="24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5F155F6-2E3E-0D8D-5451-D19E5B5575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751" t="52222" r="15769" b="25897"/>
          <a:stretch/>
        </p:blipFill>
        <p:spPr>
          <a:xfrm>
            <a:off x="9426918" y="3467292"/>
            <a:ext cx="2238531" cy="177987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F9F7F3E-5662-D489-9BF7-D85880F6AB36}"/>
              </a:ext>
            </a:extLst>
          </p:cNvPr>
          <p:cNvSpPr txBox="1"/>
          <p:nvPr/>
        </p:nvSpPr>
        <p:spPr>
          <a:xfrm>
            <a:off x="890041" y="5601696"/>
            <a:ext cx="1015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*Presentation </a:t>
            </a:r>
            <a:r>
              <a:rPr lang="en-GB" b="1" dirty="0" err="1">
                <a:solidFill>
                  <a:srgbClr val="FF0000"/>
                </a:solidFill>
              </a:rPr>
              <a:t>installation_CCS</a:t>
            </a:r>
            <a:r>
              <a:rPr lang="en-GB" b="1" dirty="0">
                <a:solidFill>
                  <a:srgbClr val="FF0000"/>
                </a:solidFill>
              </a:rPr>
              <a:t> provided contains the details for installation and configuration of CCS</a:t>
            </a:r>
          </a:p>
        </p:txBody>
      </p:sp>
    </p:spTree>
    <p:extLst>
      <p:ext uri="{BB962C8B-B14F-4D97-AF65-F5344CB8AC3E}">
        <p14:creationId xmlns:p14="http://schemas.microsoft.com/office/powerpoint/2010/main" val="119275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2385" y="365126"/>
            <a:ext cx="10684933" cy="771912"/>
          </a:xfrm>
        </p:spPr>
        <p:txBody>
          <a:bodyPr>
            <a:normAutofit/>
          </a:bodyPr>
          <a:lstStyle/>
          <a:p>
            <a:r>
              <a:rPr lang="es-ES" dirty="0" err="1"/>
              <a:t>Description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main.c</a:t>
            </a:r>
            <a:r>
              <a:rPr lang="es-ES" dirty="0"/>
              <a:t> file in CCS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11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214202"/>
            <a:ext cx="10684933" cy="4443647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89749D-EA89-FE14-6BB4-F9000BF49B74}"/>
              </a:ext>
            </a:extLst>
          </p:cNvPr>
          <p:cNvSpPr txBox="1"/>
          <p:nvPr/>
        </p:nvSpPr>
        <p:spPr>
          <a:xfrm>
            <a:off x="890041" y="1022350"/>
            <a:ext cx="1097467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DSP initialization and configuration is performed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VSC control functions are executed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From Line 1 to Line 63.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Libraries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Functions for configuring peripherals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ADC Conversion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PLL &amp; Park transformation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Fault State Machine (FSM)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Control functions based on PLL:</a:t>
            </a: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Control functions based on VSG:</a:t>
            </a: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Auxiliary computations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Global variables</a:t>
            </a:r>
          </a:p>
          <a:p>
            <a:pPr lvl="1"/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704A5B5-1B73-B3D0-6154-A7E5CE191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787" y="2040416"/>
            <a:ext cx="5617719" cy="277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39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2385" y="365126"/>
            <a:ext cx="10684933" cy="771912"/>
          </a:xfrm>
        </p:spPr>
        <p:txBody>
          <a:bodyPr>
            <a:normAutofit/>
          </a:bodyPr>
          <a:lstStyle/>
          <a:p>
            <a:r>
              <a:rPr lang="es-ES" dirty="0" err="1"/>
              <a:t>Description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main.c</a:t>
            </a:r>
            <a:r>
              <a:rPr lang="es-ES" dirty="0"/>
              <a:t> file in CCS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12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214202"/>
            <a:ext cx="10684933" cy="4443647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89749D-EA89-FE14-6BB4-F9000BF49B74}"/>
              </a:ext>
            </a:extLst>
          </p:cNvPr>
          <p:cNvSpPr txBox="1"/>
          <p:nvPr/>
        </p:nvSpPr>
        <p:spPr>
          <a:xfrm>
            <a:off x="890041" y="1022350"/>
            <a:ext cx="109746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From Line 66 to Line 141. </a:t>
            </a:r>
            <a:r>
              <a:rPr lang="es-ES" sz="2400" b="1" dirty="0"/>
              <a:t>‘</a:t>
            </a:r>
            <a:r>
              <a:rPr lang="es-ES" sz="2400" b="1" dirty="0" err="1"/>
              <a:t>main</a:t>
            </a:r>
            <a:r>
              <a:rPr lang="es-ES" sz="2400" b="1" dirty="0"/>
              <a:t>’ </a:t>
            </a:r>
            <a:r>
              <a:rPr lang="es-ES" sz="2400" dirty="0" err="1"/>
              <a:t>function</a:t>
            </a:r>
            <a:endParaRPr lang="es-ES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DSP Initialization</a:t>
            </a:r>
            <a:endParaRPr lang="en-US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Initialization of the flash memory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Clock frequency definition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GPIOs Initialization and Configuration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Interrupts Initialization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DMA Initialization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ADC Initialization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 err="1"/>
              <a:t>ePWM</a:t>
            </a:r>
            <a:r>
              <a:rPr lang="en-GB" sz="2400" dirty="0"/>
              <a:t> Initialization</a:t>
            </a:r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6A76075-49D3-7944-849E-8E90FFF2A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676" y="3186856"/>
            <a:ext cx="7117830" cy="205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9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2385" y="365126"/>
            <a:ext cx="10684933" cy="771912"/>
          </a:xfrm>
        </p:spPr>
        <p:txBody>
          <a:bodyPr>
            <a:normAutofit/>
          </a:bodyPr>
          <a:lstStyle/>
          <a:p>
            <a:r>
              <a:rPr lang="es-ES" dirty="0" err="1"/>
              <a:t>Description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main.c</a:t>
            </a:r>
            <a:r>
              <a:rPr lang="es-ES" dirty="0"/>
              <a:t> file in CCS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13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214202"/>
            <a:ext cx="10684933" cy="4443647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89749D-EA89-FE14-6BB4-F9000BF49B74}"/>
              </a:ext>
            </a:extLst>
          </p:cNvPr>
          <p:cNvSpPr txBox="1"/>
          <p:nvPr/>
        </p:nvSpPr>
        <p:spPr>
          <a:xfrm>
            <a:off x="890041" y="1022350"/>
            <a:ext cx="1097467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From Line 143 to Line 151. </a:t>
            </a:r>
            <a:r>
              <a:rPr lang="es-ES" sz="2400" b="1" dirty="0"/>
              <a:t>ADC </a:t>
            </a:r>
            <a:r>
              <a:rPr lang="es-ES" sz="2400" b="1" dirty="0" err="1"/>
              <a:t>interruption</a:t>
            </a:r>
            <a:r>
              <a:rPr lang="es-ES" sz="2400" b="1" dirty="0"/>
              <a:t> 1 </a:t>
            </a:r>
            <a:r>
              <a:rPr lang="es-ES" sz="2400" b="1" dirty="0" err="1"/>
              <a:t>for</a:t>
            </a:r>
            <a:r>
              <a:rPr lang="es-ES" sz="2400" b="1" dirty="0"/>
              <a:t> ADC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From Line 154 to Line 225. </a:t>
            </a:r>
            <a:r>
              <a:rPr lang="es-ES" sz="2400" b="1" dirty="0"/>
              <a:t>ADC </a:t>
            </a:r>
            <a:r>
              <a:rPr lang="es-ES" sz="2400" b="1" dirty="0" err="1"/>
              <a:t>interruption</a:t>
            </a:r>
            <a:r>
              <a:rPr lang="es-ES" sz="2400" b="1" dirty="0"/>
              <a:t> 1 </a:t>
            </a:r>
            <a:r>
              <a:rPr lang="es-ES" sz="2400" b="1" dirty="0" err="1"/>
              <a:t>for</a:t>
            </a:r>
            <a:r>
              <a:rPr lang="es-ES" sz="2400" b="1" dirty="0"/>
              <a:t> control </a:t>
            </a:r>
            <a:r>
              <a:rPr lang="es-ES" sz="2400" b="1" dirty="0" err="1"/>
              <a:t>loop</a:t>
            </a:r>
            <a:endParaRPr lang="es-ES" sz="24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GIPO12 for enabling switching the VSC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Calibration. Input </a:t>
            </a:r>
            <a:r>
              <a:rPr lang="en-US" sz="2400" dirty="0" err="1"/>
              <a:t>ADC_read</a:t>
            </a:r>
            <a:r>
              <a:rPr lang="en-US" sz="2400" dirty="0"/>
              <a:t>.  Analog channels reading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RMS computation. Input ADC converts to Volts and Amps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power computation</a:t>
            </a:r>
            <a:endParaRPr lang="en-US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PLL and Park transformation</a:t>
            </a:r>
            <a:endParaRPr lang="en-US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b="1" dirty="0"/>
              <a:t>State machine</a:t>
            </a:r>
            <a:endParaRPr lang="en-US" sz="24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Enable/disable </a:t>
            </a:r>
            <a:r>
              <a:rPr lang="en-GB" sz="2400" dirty="0" err="1"/>
              <a:t>ePWM</a:t>
            </a:r>
            <a:endParaRPr lang="en-US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b="1" dirty="0"/>
              <a:t>Controller selection</a:t>
            </a:r>
            <a:endParaRPr lang="en-US" sz="24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Carrier based PWM</a:t>
            </a:r>
            <a:endParaRPr lang="en-US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Reinitialize for next ADC sequence</a:t>
            </a:r>
            <a:endParaRPr lang="es-ES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B179074-B0DB-3B51-88FB-F296F0E1F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704" y="2913060"/>
            <a:ext cx="5866385" cy="200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919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90041" y="29491"/>
            <a:ext cx="10684933" cy="771912"/>
          </a:xfrm>
        </p:spPr>
        <p:txBody>
          <a:bodyPr>
            <a:normAutofit/>
          </a:bodyPr>
          <a:lstStyle/>
          <a:p>
            <a:r>
              <a:rPr lang="es-ES" dirty="0" err="1"/>
              <a:t>Description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main.c</a:t>
            </a:r>
            <a:r>
              <a:rPr lang="es-ES" dirty="0"/>
              <a:t> file in CCS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14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214202"/>
            <a:ext cx="10684933" cy="4443647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89749D-EA89-FE14-6BB4-F9000BF49B74}"/>
              </a:ext>
            </a:extLst>
          </p:cNvPr>
          <p:cNvSpPr txBox="1"/>
          <p:nvPr/>
        </p:nvSpPr>
        <p:spPr>
          <a:xfrm>
            <a:off x="854497" y="607299"/>
            <a:ext cx="109746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File ‘</a:t>
            </a:r>
            <a:r>
              <a:rPr lang="es-ES" sz="2400" b="1" dirty="0" err="1"/>
              <a:t>State_machine.c</a:t>
            </a:r>
            <a:r>
              <a:rPr lang="es-ES" sz="2400" b="1" dirty="0"/>
              <a:t>’. </a:t>
            </a:r>
            <a:r>
              <a:rPr lang="es-ES" sz="2400" b="1" dirty="0" err="1"/>
              <a:t>Function</a:t>
            </a:r>
            <a:r>
              <a:rPr lang="es-ES" sz="2400" b="1" dirty="0"/>
              <a:t> </a:t>
            </a:r>
            <a:r>
              <a:rPr lang="en-GB" sz="2400" b="1" dirty="0" err="1"/>
              <a:t>state_mac</a:t>
            </a:r>
            <a:r>
              <a:rPr lang="en-GB" sz="2400" b="1" dirty="0"/>
              <a:t>. </a:t>
            </a:r>
            <a:r>
              <a:rPr lang="es-ES" sz="2400" b="1" dirty="0"/>
              <a:t>Table </a:t>
            </a:r>
            <a:r>
              <a:rPr lang="es-ES" sz="2400" b="1" dirty="0" err="1"/>
              <a:t>with</a:t>
            </a:r>
            <a:r>
              <a:rPr lang="es-ES" sz="2400" b="1" dirty="0"/>
              <a:t> </a:t>
            </a:r>
            <a:r>
              <a:rPr lang="es-ES" sz="2400" b="1" dirty="0" err="1"/>
              <a:t>type</a:t>
            </a:r>
            <a:r>
              <a:rPr lang="es-ES" sz="2400" b="1" dirty="0"/>
              <a:t> </a:t>
            </a:r>
            <a:r>
              <a:rPr lang="es-ES" sz="2400" b="1" dirty="0" err="1"/>
              <a:t>of</a:t>
            </a:r>
            <a:r>
              <a:rPr lang="es-ES" sz="2400" b="1" dirty="0"/>
              <a:t> </a:t>
            </a:r>
            <a:r>
              <a:rPr lang="es-ES" sz="2400" b="1" dirty="0" err="1"/>
              <a:t>Faults</a:t>
            </a:r>
            <a:endParaRPr lang="en-GB" sz="2400" b="1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A75DC19-7D6A-1C9A-8B4D-616EC4896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6" y="1009291"/>
            <a:ext cx="9869791" cy="52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14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2385" y="365126"/>
            <a:ext cx="10684933" cy="771912"/>
          </a:xfrm>
        </p:spPr>
        <p:txBody>
          <a:bodyPr>
            <a:normAutofit/>
          </a:bodyPr>
          <a:lstStyle/>
          <a:p>
            <a:r>
              <a:rPr lang="es-ES" dirty="0" err="1"/>
              <a:t>Description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main.c</a:t>
            </a:r>
            <a:r>
              <a:rPr lang="es-ES" dirty="0"/>
              <a:t> file in CCS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15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214202"/>
            <a:ext cx="10684933" cy="4443647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89749D-EA89-FE14-6BB4-F9000BF49B74}"/>
              </a:ext>
            </a:extLst>
          </p:cNvPr>
          <p:cNvSpPr txBox="1"/>
          <p:nvPr/>
        </p:nvSpPr>
        <p:spPr>
          <a:xfrm>
            <a:off x="890041" y="1022350"/>
            <a:ext cx="109746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/>
              <a:t>Controller selection</a:t>
            </a:r>
            <a:endParaRPr lang="en-US" sz="2400" b="1" dirty="0"/>
          </a:p>
          <a:p>
            <a:pPr lvl="1"/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1134B4F-0ED1-D06D-DDE1-052A8B066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02" y="1483914"/>
            <a:ext cx="11197028" cy="312755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A55E7BE-9CDF-DFC7-315F-4EA8FE72C39D}"/>
              </a:ext>
            </a:extLst>
          </p:cNvPr>
          <p:cNvSpPr txBox="1"/>
          <p:nvPr/>
        </p:nvSpPr>
        <p:spPr>
          <a:xfrm>
            <a:off x="712032" y="4658541"/>
            <a:ext cx="105380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Function </a:t>
            </a:r>
            <a:r>
              <a:rPr lang="en-GB" sz="2400" dirty="0" err="1"/>
              <a:t>DQCURRENT_comp</a:t>
            </a:r>
            <a:r>
              <a:rPr lang="en-GB" sz="2400" dirty="0">
                <a:sym typeface="Wingdings" panose="05000000000000000000" pitchFamily="2" charset="2"/>
              </a:rPr>
              <a:t> </a:t>
            </a:r>
            <a:r>
              <a:rPr lang="en-GB" sz="2400" dirty="0" err="1">
                <a:sym typeface="Wingdings" panose="05000000000000000000" pitchFamily="2" charset="2"/>
              </a:rPr>
              <a:t>dq</a:t>
            </a:r>
            <a:r>
              <a:rPr lang="en-GB" sz="2400" dirty="0">
                <a:sym typeface="Wingdings" panose="05000000000000000000" pitchFamily="2" charset="2"/>
              </a:rPr>
              <a:t> current controller</a:t>
            </a:r>
          </a:p>
          <a:p>
            <a:r>
              <a:rPr lang="en-GB" sz="2400" dirty="0"/>
              <a:t>Function </a:t>
            </a:r>
            <a:r>
              <a:rPr lang="en-GB" sz="2400" dirty="0" err="1"/>
              <a:t>DQCURRENT_comp</a:t>
            </a:r>
            <a:r>
              <a:rPr lang="en-GB" sz="2400" dirty="0">
                <a:sym typeface="Wingdings" panose="05000000000000000000" pitchFamily="2" charset="2"/>
              </a:rPr>
              <a:t> </a:t>
            </a:r>
            <a:r>
              <a:rPr lang="en-GB" sz="2400" dirty="0" err="1">
                <a:sym typeface="Wingdings" panose="05000000000000000000" pitchFamily="2" charset="2"/>
              </a:rPr>
              <a:t>dq</a:t>
            </a:r>
            <a:r>
              <a:rPr lang="en-GB" sz="2400" dirty="0">
                <a:sym typeface="Wingdings" panose="05000000000000000000" pitchFamily="2" charset="2"/>
              </a:rPr>
              <a:t> power controller</a:t>
            </a:r>
          </a:p>
          <a:p>
            <a:r>
              <a:rPr lang="en-GB" sz="2400" dirty="0">
                <a:sym typeface="Wingdings" panose="05000000000000000000" pitchFamily="2" charset="2"/>
              </a:rPr>
              <a:t>Function </a:t>
            </a:r>
            <a:r>
              <a:rPr lang="en-GB" sz="2400" dirty="0" err="1">
                <a:sym typeface="Wingdings" panose="05000000000000000000" pitchFamily="2" charset="2"/>
              </a:rPr>
              <a:t>DQSTATCOM_comp</a:t>
            </a:r>
            <a:r>
              <a:rPr lang="en-GB" sz="2400" dirty="0">
                <a:sym typeface="Wingdings" panose="05000000000000000000" pitchFamily="2" charset="2"/>
              </a:rPr>
              <a:t> </a:t>
            </a:r>
            <a:r>
              <a:rPr lang="en-GB" sz="2400" dirty="0" err="1">
                <a:sym typeface="Wingdings" panose="05000000000000000000" pitchFamily="2" charset="2"/>
              </a:rPr>
              <a:t>dq</a:t>
            </a:r>
            <a:r>
              <a:rPr lang="en-GB" sz="2400" dirty="0">
                <a:sym typeface="Wingdings" panose="05000000000000000000" pitchFamily="2" charset="2"/>
              </a:rPr>
              <a:t> </a:t>
            </a:r>
            <a:r>
              <a:rPr lang="en-GB" sz="2400" dirty="0" err="1">
                <a:sym typeface="Wingdings" panose="05000000000000000000" pitchFamily="2" charset="2"/>
              </a:rPr>
              <a:t>statcom</a:t>
            </a:r>
            <a:r>
              <a:rPr lang="en-GB" sz="2400" dirty="0">
                <a:sym typeface="Wingdings" panose="05000000000000000000" pitchFamily="2" charset="2"/>
              </a:rPr>
              <a:t> controller</a:t>
            </a:r>
          </a:p>
          <a:p>
            <a:r>
              <a:rPr lang="en-GB" sz="2400" dirty="0">
                <a:sym typeface="Wingdings" panose="05000000000000000000" pitchFamily="2" charset="2"/>
              </a:rPr>
              <a:t>Function </a:t>
            </a:r>
            <a:r>
              <a:rPr lang="en-GB" sz="2400" dirty="0" err="1">
                <a:sym typeface="Wingdings" panose="05000000000000000000" pitchFamily="2" charset="2"/>
              </a:rPr>
              <a:t>VSG_comp</a:t>
            </a:r>
            <a:r>
              <a:rPr lang="en-GB" sz="2400" dirty="0">
                <a:sym typeface="Wingdings" panose="05000000000000000000" pitchFamily="2" charset="2"/>
              </a:rPr>
              <a:t> </a:t>
            </a:r>
            <a:r>
              <a:rPr lang="en-GB" sz="2400" dirty="0" err="1">
                <a:sym typeface="Wingdings" panose="05000000000000000000" pitchFamily="2" charset="2"/>
              </a:rPr>
              <a:t>dq</a:t>
            </a:r>
            <a:r>
              <a:rPr lang="en-GB" sz="2400" dirty="0">
                <a:sym typeface="Wingdings" panose="05000000000000000000" pitchFamily="2" charset="2"/>
              </a:rPr>
              <a:t> </a:t>
            </a:r>
            <a:r>
              <a:rPr lang="en-GB" sz="2400" dirty="0" err="1">
                <a:sym typeface="Wingdings" panose="05000000000000000000" pitchFamily="2" charset="2"/>
              </a:rPr>
              <a:t>vsg</a:t>
            </a:r>
            <a:r>
              <a:rPr lang="en-GB" sz="2400" dirty="0">
                <a:sym typeface="Wingdings" panose="05000000000000000000" pitchFamily="2" charset="2"/>
              </a:rPr>
              <a:t> controller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98424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2385" y="365126"/>
            <a:ext cx="10684933" cy="771912"/>
          </a:xfrm>
        </p:spPr>
        <p:txBody>
          <a:bodyPr>
            <a:normAutofit/>
          </a:bodyPr>
          <a:lstStyle/>
          <a:p>
            <a:r>
              <a:rPr lang="es-ES" dirty="0" err="1"/>
              <a:t>Selection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control </a:t>
            </a:r>
            <a:r>
              <a:rPr lang="es-ES" dirty="0" err="1"/>
              <a:t>parameters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16</a:t>
            </a:fld>
            <a:endParaRPr lang="es-E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E559049-3661-90B6-0F5F-931030A7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50" y="1214202"/>
            <a:ext cx="10684933" cy="4443647"/>
          </a:xfrm>
        </p:spPr>
        <p:txBody>
          <a:bodyPr>
            <a:normAutofit/>
          </a:bodyPr>
          <a:lstStyle/>
          <a:p>
            <a:pPr lvl="1"/>
            <a:endParaRPr lang="en-US" altLang="es-ES" dirty="0"/>
          </a:p>
          <a:p>
            <a:endParaRPr lang="en-US" altLang="es-ES" sz="2400" dirty="0"/>
          </a:p>
          <a:p>
            <a:endParaRPr lang="es-E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89749D-EA89-FE14-6BB4-F9000BF49B74}"/>
              </a:ext>
            </a:extLst>
          </p:cNvPr>
          <p:cNvSpPr txBox="1"/>
          <p:nvPr/>
        </p:nvSpPr>
        <p:spPr>
          <a:xfrm>
            <a:off x="890041" y="1022350"/>
            <a:ext cx="10974674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Header file: </a:t>
            </a:r>
            <a:r>
              <a:rPr lang="en-GB" sz="2400" dirty="0" err="1"/>
              <a:t>type_structs.h</a:t>
            </a:r>
            <a:endParaRPr lang="en-GB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PWM timer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Dead-band PWM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Execution rate of the controller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Device to which the dsp connects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Number of wires of the VSC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/>
              <a:t>Controller selection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Synchronization of the DSP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Enabling the state machine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ADC calibration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Limits of operation of the VSC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Controller gains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Structures: They are a way to group several related variables into one place</a:t>
            </a:r>
            <a:r>
              <a:rPr lang="en-GB" sz="2400" dirty="0"/>
              <a:t> </a:t>
            </a:r>
            <a:endParaRPr lang="en-US" sz="2400" dirty="0"/>
          </a:p>
          <a:p>
            <a:pPr lvl="1"/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GB" sz="2400" dirty="0"/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A3B6826-915F-6D74-F02D-66E8A0F597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816"/>
          <a:stretch/>
        </p:blipFill>
        <p:spPr>
          <a:xfrm>
            <a:off x="6123716" y="1833808"/>
            <a:ext cx="5614032" cy="267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7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91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Outline</a:t>
            </a:r>
            <a:endParaRPr lang="en-GB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045486"/>
            <a:ext cx="10515600" cy="524101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sz="2400" dirty="0"/>
              <a:t>General </a:t>
            </a:r>
            <a:r>
              <a:rPr lang="es-ES" sz="2400" dirty="0" err="1"/>
              <a:t>overview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</a:t>
            </a:r>
            <a:r>
              <a:rPr lang="es-ES" sz="2400" dirty="0" err="1"/>
              <a:t>Typhoon</a:t>
            </a:r>
            <a:r>
              <a:rPr lang="es-ES" sz="2400" dirty="0"/>
              <a:t> HIL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 err="1"/>
              <a:t>Schematic</a:t>
            </a:r>
            <a:r>
              <a:rPr lang="es-ES" sz="2400" dirty="0"/>
              <a:t> Editor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HIL SCADA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Interface </a:t>
            </a:r>
            <a:r>
              <a:rPr lang="es-ES" sz="2400" dirty="0" err="1"/>
              <a:t>Typhoon</a:t>
            </a:r>
            <a:r>
              <a:rPr lang="es-ES" sz="2400" dirty="0"/>
              <a:t>-HIL 402 </a:t>
            </a:r>
            <a:r>
              <a:rPr lang="es-ES" sz="2400" dirty="0" err="1"/>
              <a:t>to</a:t>
            </a:r>
            <a:r>
              <a:rPr lang="es-ES" sz="2400" dirty="0"/>
              <a:t> DSP TMS320F28335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DSP TMS320F28335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 err="1"/>
              <a:t>Code</a:t>
            </a:r>
            <a:r>
              <a:rPr lang="es-ES" sz="2400" dirty="0"/>
              <a:t> </a:t>
            </a:r>
            <a:r>
              <a:rPr lang="es-ES" sz="2400" dirty="0" err="1"/>
              <a:t>composer</a:t>
            </a:r>
            <a:r>
              <a:rPr lang="es-ES" sz="2400" dirty="0"/>
              <a:t> </a:t>
            </a:r>
            <a:r>
              <a:rPr lang="es-ES" sz="2400" dirty="0" err="1"/>
              <a:t>studio</a:t>
            </a:r>
            <a:endParaRPr lang="es-ES" sz="2400" dirty="0"/>
          </a:p>
          <a:p>
            <a:pPr marL="457200" indent="-457200">
              <a:buFont typeface="+mj-lt"/>
              <a:buAutoNum type="arabicPeriod"/>
            </a:pPr>
            <a:r>
              <a:rPr lang="es-ES" sz="2400" dirty="0" err="1"/>
              <a:t>Description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</a:t>
            </a:r>
            <a:r>
              <a:rPr lang="es-ES" sz="2400" dirty="0" err="1"/>
              <a:t>the</a:t>
            </a:r>
            <a:r>
              <a:rPr lang="es-ES" sz="2400" dirty="0"/>
              <a:t> </a:t>
            </a:r>
            <a:r>
              <a:rPr lang="es-ES" sz="2400" dirty="0" err="1"/>
              <a:t>main.c</a:t>
            </a:r>
            <a:r>
              <a:rPr lang="es-ES" sz="2400" dirty="0"/>
              <a:t> file in CCS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 err="1"/>
              <a:t>Selection</a:t>
            </a:r>
            <a:r>
              <a:rPr lang="es-ES" sz="2400" dirty="0"/>
              <a:t> </a:t>
            </a:r>
            <a:r>
              <a:rPr lang="es-ES" sz="2400" dirty="0" err="1"/>
              <a:t>of</a:t>
            </a:r>
            <a:r>
              <a:rPr lang="es-ES" sz="2400" dirty="0"/>
              <a:t> control </a:t>
            </a:r>
            <a:r>
              <a:rPr lang="es-ES" sz="2400" dirty="0" err="1"/>
              <a:t>parameters</a:t>
            </a:r>
            <a:endParaRPr lang="es-ES" sz="2400" dirty="0"/>
          </a:p>
          <a:p>
            <a:pPr marL="0" indent="0">
              <a:buNone/>
            </a:pPr>
            <a:endParaRPr lang="es-ES" sz="2400" dirty="0"/>
          </a:p>
          <a:p>
            <a:endParaRPr lang="es-ES" sz="2400" dirty="0"/>
          </a:p>
          <a:p>
            <a:endParaRPr lang="es-ES" sz="240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has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funding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European</a:t>
            </a:r>
            <a:r>
              <a:rPr lang="es-ES" dirty="0"/>
              <a:t> </a:t>
            </a:r>
            <a:r>
              <a:rPr lang="es-ES" dirty="0" err="1"/>
              <a:t>Union’s</a:t>
            </a:r>
            <a:r>
              <a:rPr lang="es-ES" dirty="0"/>
              <a:t> </a:t>
            </a:r>
            <a:r>
              <a:rPr lang="es-ES" dirty="0" err="1"/>
              <a:t>Horizon</a:t>
            </a:r>
            <a:r>
              <a:rPr lang="es-ES" dirty="0"/>
              <a:t> </a:t>
            </a:r>
            <a:r>
              <a:rPr lang="es-ES" dirty="0" err="1"/>
              <a:t>Widening</a:t>
            </a:r>
            <a:r>
              <a:rPr lang="es-ES" dirty="0"/>
              <a:t> </a:t>
            </a:r>
            <a:r>
              <a:rPr lang="es-ES" dirty="0" err="1"/>
              <a:t>participation</a:t>
            </a:r>
            <a:r>
              <a:rPr lang="es-ES" dirty="0"/>
              <a:t> and </a:t>
            </a:r>
            <a:r>
              <a:rPr lang="es-ES" dirty="0" err="1"/>
              <a:t>spreading</a:t>
            </a:r>
            <a:r>
              <a:rPr lang="es-ES" dirty="0"/>
              <a:t> </a:t>
            </a:r>
            <a:r>
              <a:rPr lang="es-ES" dirty="0" err="1"/>
              <a:t>excellence</a:t>
            </a:r>
            <a:r>
              <a:rPr lang="es-ES" dirty="0"/>
              <a:t> </a:t>
            </a:r>
            <a:r>
              <a:rPr lang="es-ES" dirty="0" err="1"/>
              <a:t>programme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grant</a:t>
            </a:r>
            <a:r>
              <a:rPr lang="es-ES" dirty="0"/>
              <a:t> </a:t>
            </a:r>
            <a:r>
              <a:rPr lang="es-ES" dirty="0" err="1"/>
              <a:t>agreement</a:t>
            </a:r>
            <a:r>
              <a:rPr lang="es-ES" dirty="0"/>
              <a:t> No. 101079200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D527B-7932-41F4-A031-049D20E82D5D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4966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669309"/>
            <a:ext cx="9829800" cy="1163930"/>
          </a:xfrm>
        </p:spPr>
        <p:txBody>
          <a:bodyPr>
            <a:noAutofit/>
          </a:bodyPr>
          <a:lstStyle/>
          <a:p>
            <a:r>
              <a:rPr lang="es-ES" sz="4400" dirty="0">
                <a:latin typeface="+mn-lt"/>
              </a:rPr>
              <a:t>Control Hardware in </a:t>
            </a:r>
            <a:r>
              <a:rPr lang="es-ES" sz="4400" dirty="0" err="1">
                <a:latin typeface="+mn-lt"/>
              </a:rPr>
              <a:t>the</a:t>
            </a:r>
            <a:r>
              <a:rPr lang="es-ES" sz="4400" dirty="0">
                <a:latin typeface="+mn-lt"/>
              </a:rPr>
              <a:t> </a:t>
            </a:r>
            <a:r>
              <a:rPr lang="es-ES" sz="4400" dirty="0" err="1">
                <a:latin typeface="+mn-lt"/>
              </a:rPr>
              <a:t>Loop</a:t>
            </a:r>
            <a:r>
              <a:rPr lang="es-ES" sz="4400" dirty="0">
                <a:latin typeface="+mn-lt"/>
              </a:rPr>
              <a:t> of </a:t>
            </a:r>
            <a:br>
              <a:rPr lang="es-ES" sz="4400" dirty="0">
                <a:latin typeface="+mn-lt"/>
              </a:rPr>
            </a:br>
            <a:r>
              <a:rPr lang="es-ES" sz="4400" dirty="0" err="1">
                <a:latin typeface="+mn-lt"/>
              </a:rPr>
              <a:t>Voltage</a:t>
            </a:r>
            <a:r>
              <a:rPr lang="es-ES" sz="4400" dirty="0">
                <a:latin typeface="+mn-lt"/>
              </a:rPr>
              <a:t> </a:t>
            </a:r>
            <a:r>
              <a:rPr lang="es-ES" sz="4400" dirty="0" err="1">
                <a:latin typeface="+mn-lt"/>
              </a:rPr>
              <a:t>Source</a:t>
            </a:r>
            <a:r>
              <a:rPr lang="es-ES" sz="4400" dirty="0">
                <a:latin typeface="+mn-lt"/>
              </a:rPr>
              <a:t> </a:t>
            </a:r>
            <a:r>
              <a:rPr lang="es-ES" sz="4400" dirty="0" err="1">
                <a:latin typeface="+mn-lt"/>
              </a:rPr>
              <a:t>Converters</a:t>
            </a:r>
            <a:r>
              <a:rPr lang="es-ES" sz="4400" dirty="0">
                <a:latin typeface="+mn-lt"/>
              </a:rPr>
              <a:t> (</a:t>
            </a:r>
            <a:r>
              <a:rPr lang="es-ES" sz="4400" dirty="0" err="1">
                <a:latin typeface="+mn-lt"/>
              </a:rPr>
              <a:t>VSCs</a:t>
            </a:r>
            <a:r>
              <a:rPr lang="es-ES" sz="4400" dirty="0">
                <a:latin typeface="+mn-lt"/>
              </a:rPr>
              <a:t>)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927566"/>
            <a:ext cx="9144000" cy="2383183"/>
          </a:xfrm>
        </p:spPr>
        <p:txBody>
          <a:bodyPr>
            <a:normAutofit lnSpcReduction="10000"/>
          </a:bodyPr>
          <a:lstStyle/>
          <a:p>
            <a:r>
              <a:rPr lang="es-ES" b="1" dirty="0">
                <a:solidFill>
                  <a:schemeClr val="accent1"/>
                </a:solidFill>
              </a:rPr>
              <a:t>SUNRISE </a:t>
            </a:r>
            <a:r>
              <a:rPr lang="es-ES" b="1" dirty="0" err="1">
                <a:solidFill>
                  <a:schemeClr val="accent1"/>
                </a:solidFill>
              </a:rPr>
              <a:t>Summer</a:t>
            </a:r>
            <a:r>
              <a:rPr lang="es-ES" b="1" dirty="0">
                <a:solidFill>
                  <a:schemeClr val="accent1"/>
                </a:solidFill>
              </a:rPr>
              <a:t> </a:t>
            </a:r>
            <a:r>
              <a:rPr lang="es-ES" b="1" dirty="0" err="1">
                <a:solidFill>
                  <a:schemeClr val="accent1"/>
                </a:solidFill>
              </a:rPr>
              <a:t>School</a:t>
            </a:r>
            <a:endParaRPr lang="es-ES" b="1" dirty="0">
              <a:solidFill>
                <a:schemeClr val="accent1"/>
              </a:solidFill>
            </a:endParaRPr>
          </a:p>
          <a:p>
            <a:r>
              <a:rPr lang="es-ES" b="1" dirty="0" err="1">
                <a:solidFill>
                  <a:schemeClr val="accent1"/>
                </a:solidFill>
              </a:rPr>
              <a:t>Belgrade</a:t>
            </a:r>
            <a:r>
              <a:rPr lang="es-ES" b="1" dirty="0">
                <a:solidFill>
                  <a:schemeClr val="accent1"/>
                </a:solidFill>
              </a:rPr>
              <a:t> 10-13/9/2024</a:t>
            </a:r>
          </a:p>
          <a:p>
            <a:r>
              <a:rPr lang="es-ES" dirty="0"/>
              <a:t>Manuel Barragán Villarejo</a:t>
            </a:r>
          </a:p>
          <a:p>
            <a:pPr>
              <a:spcBef>
                <a:spcPts val="600"/>
              </a:spcBef>
            </a:pPr>
            <a:r>
              <a:rPr lang="es-ES" dirty="0" err="1"/>
              <a:t>Department</a:t>
            </a:r>
            <a:r>
              <a:rPr lang="es-ES" dirty="0"/>
              <a:t> of </a:t>
            </a:r>
            <a:r>
              <a:rPr lang="es-ES" dirty="0" err="1"/>
              <a:t>Electrical</a:t>
            </a:r>
            <a:r>
              <a:rPr lang="es-ES" dirty="0"/>
              <a:t> </a:t>
            </a:r>
            <a:r>
              <a:rPr lang="es-ES" dirty="0" err="1"/>
              <a:t>Engineering</a:t>
            </a:r>
            <a:endParaRPr lang="es-ES" dirty="0"/>
          </a:p>
          <a:p>
            <a:pPr>
              <a:spcBef>
                <a:spcPts val="0"/>
              </a:spcBef>
            </a:pPr>
            <a:r>
              <a:rPr lang="es-ES" dirty="0" err="1"/>
              <a:t>University</a:t>
            </a:r>
            <a:r>
              <a:rPr lang="es-ES" dirty="0"/>
              <a:t> of Sevilla</a:t>
            </a:r>
          </a:p>
          <a:p>
            <a:r>
              <a:rPr lang="es-ES" sz="1600" dirty="0"/>
              <a:t>(</a:t>
            </a:r>
            <a:r>
              <a:rPr lang="es-ES" sz="1600" dirty="0">
                <a:hlinkClick r:id="rId2"/>
              </a:rPr>
              <a:t>manuelbarragan@us.es</a:t>
            </a:r>
            <a:r>
              <a:rPr lang="es-ES" sz="1600" dirty="0"/>
              <a:t>)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This project has received funding from the European Union’s Horizon Widening participation and spreading excellence programme under grant agreement No. 101079200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12731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SUNRISE" id="{E4327EF9-8016-41BC-819E-EF0D75AF380B}" vid="{2CEB09F5-497A-41A9-9867-C669C98FB27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plantilla_SUNRISE</Template>
  <TotalTime>936</TotalTime>
  <Words>1286</Words>
  <Application>Microsoft Office PowerPoint</Application>
  <PresentationFormat>Panorámica</PresentationFormat>
  <Paragraphs>331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Wingdings</vt:lpstr>
      <vt:lpstr>Tema de Office</vt:lpstr>
      <vt:lpstr>Control Hardware in the Loop of  Voltage Source Converters (VSCs)</vt:lpstr>
      <vt:lpstr>Outline</vt:lpstr>
      <vt:lpstr>General overview of Typhoon HIL 402/404</vt:lpstr>
      <vt:lpstr>Schematic Editor</vt:lpstr>
      <vt:lpstr>HIL SCADA</vt:lpstr>
      <vt:lpstr>Interface Typhoon-HIL 402/404 to DSP TMS320F28335</vt:lpstr>
      <vt:lpstr>Interface Typhoon-HIL 402/404 to DSP TMS320F28335</vt:lpstr>
      <vt:lpstr>Interface Typhoon-HIL 402/404 to DSP TMS320F28335</vt:lpstr>
      <vt:lpstr>DSP TMS320F28335</vt:lpstr>
      <vt:lpstr>Code composer studio</vt:lpstr>
      <vt:lpstr>Description of the main.c file in CCS</vt:lpstr>
      <vt:lpstr>Description of the main.c file in CCS</vt:lpstr>
      <vt:lpstr>Description of the main.c file in CCS</vt:lpstr>
      <vt:lpstr>Description of the main.c file in CCS</vt:lpstr>
      <vt:lpstr>Description of the main.c file in CCS</vt:lpstr>
      <vt:lpstr>Selection of control parameters</vt:lpstr>
      <vt:lpstr>Outline</vt:lpstr>
      <vt:lpstr>Control Hardware in the Loop of  Voltage Source Converters (VSCs)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Omnimode Load Emulators University of Sevilla</dc:title>
  <dc:creator>Manuel Barragan</dc:creator>
  <cp:lastModifiedBy>MANUEL BARRAGAN VILLAREJO</cp:lastModifiedBy>
  <cp:revision>130</cp:revision>
  <dcterms:created xsi:type="dcterms:W3CDTF">2023-03-03T14:48:01Z</dcterms:created>
  <dcterms:modified xsi:type="dcterms:W3CDTF">2025-05-25T16:29:38Z</dcterms:modified>
</cp:coreProperties>
</file>