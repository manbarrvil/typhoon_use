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BARRAGAN VILLAREJO" userId="e219bb65-4134-4a25-9afb-9481b62e7fd2" providerId="ADAL" clId="{7A44852E-1B10-43D8-9DE4-1B4AA0044E9B}"/>
    <pc:docChg chg="delSld">
      <pc:chgData name="MANUEL BARRAGAN VILLAREJO" userId="e219bb65-4134-4a25-9afb-9481b62e7fd2" providerId="ADAL" clId="{7A44852E-1B10-43D8-9DE4-1B4AA0044E9B}" dt="2024-07-31T07:14:40.502" v="1" actId="47"/>
      <pc:docMkLst>
        <pc:docMk/>
      </pc:docMkLst>
      <pc:sldChg chg="del">
        <pc:chgData name="MANUEL BARRAGAN VILLAREJO" userId="e219bb65-4134-4a25-9afb-9481b62e7fd2" providerId="ADAL" clId="{7A44852E-1B10-43D8-9DE4-1B4AA0044E9B}" dt="2024-07-31T07:14:07.467" v="0" actId="47"/>
        <pc:sldMkLst>
          <pc:docMk/>
          <pc:sldMk cId="804394098" sldId="256"/>
        </pc:sldMkLst>
      </pc:sldChg>
      <pc:sldChg chg="del">
        <pc:chgData name="MANUEL BARRAGAN VILLAREJO" userId="e219bb65-4134-4a25-9afb-9481b62e7fd2" providerId="ADAL" clId="{7A44852E-1B10-43D8-9DE4-1B4AA0044E9B}" dt="2024-07-31T07:14:40.502" v="1" actId="47"/>
        <pc:sldMkLst>
          <pc:docMk/>
          <pc:sldMk cId="2202317672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FAD8-C098-A0FE-7825-88CEFDE89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01BD43-2826-E30F-0725-02B1F603D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D7151-0759-5D2D-074D-D924A4952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A220D-4D88-F04C-FB20-F188B498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52C27-A544-7A81-C9DE-F53A72E4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67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6FF3B-68AD-E999-3218-3856E438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E14CA0-F360-4E99-205E-7439A220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D836C0-238E-48BE-7748-DF52D38D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6AD83-606B-6BD5-416E-38F2BAEF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79CD37-71BB-54F1-7676-50DFB03E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8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2581A-A5C1-30BC-E7EA-03ABEFAD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BC4780-8450-1632-E551-30C9D98C9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B61FF5-0CAC-2E46-D96F-220DA304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7279C2-C390-5113-49B3-054BBD57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6D3F8C-F4F3-1166-2292-22BC47C2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23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F9D1-1F12-B6BA-E728-F50B04F1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FDD6D-7CB1-B6EE-20E4-F0707ACAF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CFF70D-ED5D-6F1A-9555-C69602693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9B4F45-40F2-AF10-21E2-4E7FED04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FB0608-6A97-93CF-B534-CB7CE1AA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285EFC-AE90-1160-2798-C6333EA4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7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41B9E-6A04-E648-79B9-F54E2C46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755A22-49A3-1DCB-ADA3-F2E70048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6843B7-1E4A-51A9-CF6C-4CB905BF9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0C17B-495B-3770-5707-A4F1DD54C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E46DA9-4801-DF22-2D22-4673069BA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86D96F-0ABA-6067-B041-BB148054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239F0F-5CF0-D4A4-7668-04140DDB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BD671A-82BE-8C07-A36C-4FEB1161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9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C57C9-B6B2-0B46-8B8F-5D019F07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B22832-589C-A83B-E5F4-0D9C5523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B7A8DE-AF98-52D7-7EFF-A2735CD2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ED35D1-552D-24D3-6204-3F970CED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16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C5B521-DE6A-4A2C-719C-72130F4E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F24539-A5B2-70F8-CC7C-A8A921EF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DC5147-DC47-48EB-CB62-456A18EB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32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7814E-B237-6420-E195-AFA6207B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4A96BA-B280-96FA-3C00-48C24A88F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4FFDE5-1E45-1556-A91B-5FB9E956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769A4C-B4CC-85B9-8223-3A6C7D41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9056CF-A916-706F-EA7A-54FE9EE6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0E7C80-5903-FA11-68F7-5B35B735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70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1C9BD-A3D1-2401-C4AA-E9FA35B1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B69B07-9BA4-E2C6-986F-F743603CB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473100-5A67-D36B-F7A6-E544FE0D1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EDC380-4FCD-4045-8871-12475106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91D588-B1A1-FED1-3B71-12AB8523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0F8215-DFEA-762D-23FD-4BC35906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32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C1C13-2C05-861D-F788-9B8AAA75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FD918A-A605-C75A-37F4-7976C1C37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3CC85D-F890-6BEB-9728-A9E0C172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C6A002-9802-4183-73BC-DDAFFB61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A83825-2870-C855-85B2-635299DC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3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F509C5-1C4E-62F9-723C-75AE0D48F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7B2A94-19D9-CC22-589B-85618540B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B0D067-9DE2-1F07-3CE7-85314B68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8F8DF-2927-6463-F453-A139BCD5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57EB8-3E25-CA9B-905D-E93D185C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82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DE2C45-CC62-5946-E516-3153103B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B83633-B48B-FC1C-A3AE-64D07C1E6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A93582-0AAA-210B-4CB4-84877C216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7C441-F5B3-4DA1-9266-098A9AFFDCA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A91A3B-D2C5-3527-A0BA-4D33BE97D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57D03C-AD1E-57E9-1B26-6CF70697A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71D35-012A-408E-9815-4816B313D6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66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51E0F-7AEC-DDD8-72C7-21D6868A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Resource</a:t>
            </a:r>
            <a:r>
              <a:rPr lang="es-ES" b="1" dirty="0"/>
              <a:t> Explorer</a:t>
            </a:r>
            <a:br>
              <a:rPr lang="es-ES" b="1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9812E8-0205-1682-B701-27E72CA3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12"/>
            <a:ext cx="10515600" cy="5052251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DD5ACB-AF50-175A-E0D1-1B160C0A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27" y="437996"/>
            <a:ext cx="7677545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4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51E0F-7AEC-DDD8-72C7-21D6868A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Resource</a:t>
            </a:r>
            <a:r>
              <a:rPr lang="es-ES" b="1" dirty="0"/>
              <a:t> Explorer</a:t>
            </a:r>
            <a:br>
              <a:rPr lang="es-ES" b="1" dirty="0"/>
            </a:b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9812E8-0205-1682-B701-27E72CA3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12"/>
            <a:ext cx="10515600" cy="5052251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BAEC79-3F1E-495D-08DC-7A637068B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236" y="0"/>
            <a:ext cx="8839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218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Resource Explorer </vt:lpstr>
      <vt:lpstr>Resource Explorer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BARRAGAN VILLAREJO</dc:creator>
  <cp:lastModifiedBy>MANUEL BARRAGAN VILLAREJO</cp:lastModifiedBy>
  <cp:revision>1</cp:revision>
  <dcterms:created xsi:type="dcterms:W3CDTF">2024-07-16T09:49:09Z</dcterms:created>
  <dcterms:modified xsi:type="dcterms:W3CDTF">2024-07-31T07:14:45Z</dcterms:modified>
</cp:coreProperties>
</file>