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75" r:id="rId2"/>
    <p:sldId id="339" r:id="rId3"/>
    <p:sldId id="333" r:id="rId4"/>
    <p:sldId id="298" r:id="rId5"/>
    <p:sldId id="324" r:id="rId6"/>
    <p:sldId id="316" r:id="rId7"/>
    <p:sldId id="317" r:id="rId8"/>
    <p:sldId id="330" r:id="rId9"/>
    <p:sldId id="319" r:id="rId10"/>
    <p:sldId id="331" r:id="rId11"/>
    <p:sldId id="332" r:id="rId12"/>
    <p:sldId id="340" r:id="rId13"/>
    <p:sldId id="326" r:id="rId14"/>
    <p:sldId id="338" r:id="rId15"/>
    <p:sldId id="325" r:id="rId16"/>
    <p:sldId id="337" r:id="rId17"/>
    <p:sldId id="327" r:id="rId18"/>
    <p:sldId id="341" r:id="rId19"/>
    <p:sldId id="342" r:id="rId20"/>
    <p:sldId id="329" r:id="rId21"/>
    <p:sldId id="323" r:id="rId2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DCDA"/>
    <a:srgbClr val="E3BFC8"/>
    <a:srgbClr val="FAE8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09FBA7-4C11-48C7-95DD-DCF27D9500B3}" v="37" dt="2025-07-10T07:05:50.6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8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UEL BARRAGAN VILLAREJO" userId="e219bb65-4134-4a25-9afb-9481b62e7fd2" providerId="ADAL" clId="{5B09FBA7-4C11-48C7-95DD-DCF27D9500B3}"/>
    <pc:docChg chg="undo custSel addSld delSld modSld">
      <pc:chgData name="MANUEL BARRAGAN VILLAREJO" userId="e219bb65-4134-4a25-9afb-9481b62e7fd2" providerId="ADAL" clId="{5B09FBA7-4C11-48C7-95DD-DCF27D9500B3}" dt="2025-07-10T07:05:54.380" v="446" actId="1076"/>
      <pc:docMkLst>
        <pc:docMk/>
      </pc:docMkLst>
      <pc:sldChg chg="mod modShow">
        <pc:chgData name="MANUEL BARRAGAN VILLAREJO" userId="e219bb65-4134-4a25-9afb-9481b62e7fd2" providerId="ADAL" clId="{5B09FBA7-4C11-48C7-95DD-DCF27D9500B3}" dt="2025-07-09T20:24:27.840" v="162" actId="729"/>
        <pc:sldMkLst>
          <pc:docMk/>
          <pc:sldMk cId="3014965178" sldId="298"/>
        </pc:sldMkLst>
      </pc:sldChg>
      <pc:sldChg chg="mod modShow">
        <pc:chgData name="MANUEL BARRAGAN VILLAREJO" userId="e219bb65-4134-4a25-9afb-9481b62e7fd2" providerId="ADAL" clId="{5B09FBA7-4C11-48C7-95DD-DCF27D9500B3}" dt="2025-07-09T20:27:31.855" v="164" actId="729"/>
        <pc:sldMkLst>
          <pc:docMk/>
          <pc:sldMk cId="410647022" sldId="327"/>
        </pc:sldMkLst>
      </pc:sldChg>
      <pc:sldChg chg="del">
        <pc:chgData name="MANUEL BARRAGAN VILLAREJO" userId="e219bb65-4134-4a25-9afb-9481b62e7fd2" providerId="ADAL" clId="{5B09FBA7-4C11-48C7-95DD-DCF27D9500B3}" dt="2025-07-09T10:34:21.078" v="0" actId="47"/>
        <pc:sldMkLst>
          <pc:docMk/>
          <pc:sldMk cId="2317400786" sldId="334"/>
        </pc:sldMkLst>
      </pc:sldChg>
      <pc:sldChg chg="del">
        <pc:chgData name="MANUEL BARRAGAN VILLAREJO" userId="e219bb65-4134-4a25-9afb-9481b62e7fd2" providerId="ADAL" clId="{5B09FBA7-4C11-48C7-95DD-DCF27D9500B3}" dt="2025-07-09T10:34:22.587" v="1" actId="47"/>
        <pc:sldMkLst>
          <pc:docMk/>
          <pc:sldMk cId="2491808495" sldId="336"/>
        </pc:sldMkLst>
      </pc:sldChg>
      <pc:sldChg chg="addSp delSp modSp add del mod">
        <pc:chgData name="MANUEL BARRAGAN VILLAREJO" userId="e219bb65-4134-4a25-9afb-9481b62e7fd2" providerId="ADAL" clId="{5B09FBA7-4C11-48C7-95DD-DCF27D9500B3}" dt="2025-07-09T12:21:11.015" v="8" actId="2696"/>
        <pc:sldMkLst>
          <pc:docMk/>
          <pc:sldMk cId="1169742947" sldId="340"/>
        </pc:sldMkLst>
        <pc:spChg chg="mod">
          <ac:chgData name="MANUEL BARRAGAN VILLAREJO" userId="e219bb65-4134-4a25-9afb-9481b62e7fd2" providerId="ADAL" clId="{5B09FBA7-4C11-48C7-95DD-DCF27D9500B3}" dt="2025-07-09T12:19:33.991" v="5" actId="20577"/>
          <ac:spMkLst>
            <pc:docMk/>
            <pc:sldMk cId="1169742947" sldId="340"/>
            <ac:spMk id="3" creationId="{7BA7F317-52D3-965B-5148-7904BB0BDBB2}"/>
          </ac:spMkLst>
        </pc:spChg>
        <pc:spChg chg="del">
          <ac:chgData name="MANUEL BARRAGAN VILLAREJO" userId="e219bb65-4134-4a25-9afb-9481b62e7fd2" providerId="ADAL" clId="{5B09FBA7-4C11-48C7-95DD-DCF27D9500B3}" dt="2025-07-09T12:19:29.679" v="4" actId="478"/>
          <ac:spMkLst>
            <pc:docMk/>
            <pc:sldMk cId="1169742947" sldId="340"/>
            <ac:spMk id="6" creationId="{4F11E168-D2C6-156D-7486-E99827770C3C}"/>
          </ac:spMkLst>
        </pc:spChg>
        <pc:picChg chg="add mod">
          <ac:chgData name="MANUEL BARRAGAN VILLAREJO" userId="e219bb65-4134-4a25-9afb-9481b62e7fd2" providerId="ADAL" clId="{5B09FBA7-4C11-48C7-95DD-DCF27D9500B3}" dt="2025-07-09T12:20:48.507" v="6"/>
          <ac:picMkLst>
            <pc:docMk/>
            <pc:sldMk cId="1169742947" sldId="340"/>
            <ac:picMk id="4" creationId="{0BF5E09E-53E4-821C-E999-7487CC91A560}"/>
          </ac:picMkLst>
        </pc:picChg>
        <pc:picChg chg="del">
          <ac:chgData name="MANUEL BARRAGAN VILLAREJO" userId="e219bb65-4134-4a25-9afb-9481b62e7fd2" providerId="ADAL" clId="{5B09FBA7-4C11-48C7-95DD-DCF27D9500B3}" dt="2025-07-09T12:19:26.393" v="3" actId="478"/>
          <ac:picMkLst>
            <pc:docMk/>
            <pc:sldMk cId="1169742947" sldId="340"/>
            <ac:picMk id="7" creationId="{6636A3A0-5A3E-AB4B-75FB-C2A4B169A9AC}"/>
          </ac:picMkLst>
        </pc:picChg>
        <pc:picChg chg="add mod">
          <ac:chgData name="MANUEL BARRAGAN VILLAREJO" userId="e219bb65-4134-4a25-9afb-9481b62e7fd2" providerId="ADAL" clId="{5B09FBA7-4C11-48C7-95DD-DCF27D9500B3}" dt="2025-07-09T12:20:48.507" v="6"/>
          <ac:picMkLst>
            <pc:docMk/>
            <pc:sldMk cId="1169742947" sldId="340"/>
            <ac:picMk id="8" creationId="{C1520DCD-B0CC-AB00-FD08-C237EC30D764}"/>
          </ac:picMkLst>
        </pc:picChg>
        <pc:picChg chg="add mod">
          <ac:chgData name="MANUEL BARRAGAN VILLAREJO" userId="e219bb65-4134-4a25-9afb-9481b62e7fd2" providerId="ADAL" clId="{5B09FBA7-4C11-48C7-95DD-DCF27D9500B3}" dt="2025-07-09T12:20:48.507" v="6"/>
          <ac:picMkLst>
            <pc:docMk/>
            <pc:sldMk cId="1169742947" sldId="340"/>
            <ac:picMk id="9" creationId="{9E5DB480-73A9-74F8-9EE8-F449C2AA959F}"/>
          </ac:picMkLst>
        </pc:picChg>
        <pc:picChg chg="add mod">
          <ac:chgData name="MANUEL BARRAGAN VILLAREJO" userId="e219bb65-4134-4a25-9afb-9481b62e7fd2" providerId="ADAL" clId="{5B09FBA7-4C11-48C7-95DD-DCF27D9500B3}" dt="2025-07-09T12:20:52.775" v="7"/>
          <ac:picMkLst>
            <pc:docMk/>
            <pc:sldMk cId="1169742947" sldId="340"/>
            <ac:picMk id="10" creationId="{0BDD8288-C243-AC78-EC61-BE1BBEA14AC7}"/>
          </ac:picMkLst>
        </pc:picChg>
        <pc:picChg chg="add mod">
          <ac:chgData name="MANUEL BARRAGAN VILLAREJO" userId="e219bb65-4134-4a25-9afb-9481b62e7fd2" providerId="ADAL" clId="{5B09FBA7-4C11-48C7-95DD-DCF27D9500B3}" dt="2025-07-09T12:20:52.775" v="7"/>
          <ac:picMkLst>
            <pc:docMk/>
            <pc:sldMk cId="1169742947" sldId="340"/>
            <ac:picMk id="11" creationId="{6A35D8C5-7598-A74B-5776-EDA76579FA0D}"/>
          </ac:picMkLst>
        </pc:picChg>
        <pc:picChg chg="add mod">
          <ac:chgData name="MANUEL BARRAGAN VILLAREJO" userId="e219bb65-4134-4a25-9afb-9481b62e7fd2" providerId="ADAL" clId="{5B09FBA7-4C11-48C7-95DD-DCF27D9500B3}" dt="2025-07-09T12:20:52.775" v="7"/>
          <ac:picMkLst>
            <pc:docMk/>
            <pc:sldMk cId="1169742947" sldId="340"/>
            <ac:picMk id="12" creationId="{B99ED10A-2A19-A95C-4C63-AB1D31369A57}"/>
          </ac:picMkLst>
        </pc:picChg>
      </pc:sldChg>
      <pc:sldChg chg="addSp delSp modSp add mod">
        <pc:chgData name="MANUEL BARRAGAN VILLAREJO" userId="e219bb65-4134-4a25-9afb-9481b62e7fd2" providerId="ADAL" clId="{5B09FBA7-4C11-48C7-95DD-DCF27D9500B3}" dt="2025-07-09T12:32:04.768" v="161" actId="1076"/>
        <pc:sldMkLst>
          <pc:docMk/>
          <pc:sldMk cId="2028339026" sldId="340"/>
        </pc:sldMkLst>
        <pc:spChg chg="mod">
          <ac:chgData name="MANUEL BARRAGAN VILLAREJO" userId="e219bb65-4134-4a25-9afb-9481b62e7fd2" providerId="ADAL" clId="{5B09FBA7-4C11-48C7-95DD-DCF27D9500B3}" dt="2025-07-09T12:21:44.928" v="23" actId="1076"/>
          <ac:spMkLst>
            <pc:docMk/>
            <pc:sldMk cId="2028339026" sldId="340"/>
            <ac:spMk id="2" creationId="{25833AC0-ADF2-C463-8C6A-BF9DAB551BCE}"/>
          </ac:spMkLst>
        </pc:spChg>
        <pc:spChg chg="mod">
          <ac:chgData name="MANUEL BARRAGAN VILLAREJO" userId="e219bb65-4134-4a25-9afb-9481b62e7fd2" providerId="ADAL" clId="{5B09FBA7-4C11-48C7-95DD-DCF27D9500B3}" dt="2025-07-09T12:22:17.400" v="25"/>
          <ac:spMkLst>
            <pc:docMk/>
            <pc:sldMk cId="2028339026" sldId="340"/>
            <ac:spMk id="3" creationId="{7BA7F317-52D3-965B-5148-7904BB0BDBB2}"/>
          </ac:spMkLst>
        </pc:spChg>
        <pc:spChg chg="add del mod">
          <ac:chgData name="MANUEL BARRAGAN VILLAREJO" userId="e219bb65-4134-4a25-9afb-9481b62e7fd2" providerId="ADAL" clId="{5B09FBA7-4C11-48C7-95DD-DCF27D9500B3}" dt="2025-07-09T12:22:29.002" v="30"/>
          <ac:spMkLst>
            <pc:docMk/>
            <pc:sldMk cId="2028339026" sldId="340"/>
            <ac:spMk id="4" creationId="{DD92D2AC-EE93-797C-D5B8-E5725445BB4E}"/>
          </ac:spMkLst>
        </pc:spChg>
        <pc:spChg chg="add mod">
          <ac:chgData name="MANUEL BARRAGAN VILLAREJO" userId="e219bb65-4134-4a25-9afb-9481b62e7fd2" providerId="ADAL" clId="{5B09FBA7-4C11-48C7-95DD-DCF27D9500B3}" dt="2025-07-09T12:31:00.405" v="151" actId="255"/>
          <ac:spMkLst>
            <pc:docMk/>
            <pc:sldMk cId="2028339026" sldId="340"/>
            <ac:spMk id="6" creationId="{45492E36-18B5-F428-1629-336492D4AC68}"/>
          </ac:spMkLst>
        </pc:spChg>
        <pc:spChg chg="add">
          <ac:chgData name="MANUEL BARRAGAN VILLAREJO" userId="e219bb65-4134-4a25-9afb-9481b62e7fd2" providerId="ADAL" clId="{5B09FBA7-4C11-48C7-95DD-DCF27D9500B3}" dt="2025-07-09T12:24:05.286" v="38" actId="11529"/>
          <ac:spMkLst>
            <pc:docMk/>
            <pc:sldMk cId="2028339026" sldId="340"/>
            <ac:spMk id="7" creationId="{0CC23044-6F97-2DA5-3615-DFA12976A3F7}"/>
          </ac:spMkLst>
        </pc:spChg>
        <pc:spChg chg="add mod">
          <ac:chgData name="MANUEL BARRAGAN VILLAREJO" userId="e219bb65-4134-4a25-9afb-9481b62e7fd2" providerId="ADAL" clId="{5B09FBA7-4C11-48C7-95DD-DCF27D9500B3}" dt="2025-07-09T12:25:32.265" v="58" actId="1076"/>
          <ac:spMkLst>
            <pc:docMk/>
            <pc:sldMk cId="2028339026" sldId="340"/>
            <ac:spMk id="8" creationId="{275EF490-ABD0-6035-1015-B3A36728F232}"/>
          </ac:spMkLst>
        </pc:spChg>
        <pc:spChg chg="add mod">
          <ac:chgData name="MANUEL BARRAGAN VILLAREJO" userId="e219bb65-4134-4a25-9afb-9481b62e7fd2" providerId="ADAL" clId="{5B09FBA7-4C11-48C7-95DD-DCF27D9500B3}" dt="2025-07-09T12:32:04.768" v="161" actId="1076"/>
          <ac:spMkLst>
            <pc:docMk/>
            <pc:sldMk cId="2028339026" sldId="340"/>
            <ac:spMk id="9" creationId="{E9D8FB53-7DBF-41E7-1A44-A76F03F158EB}"/>
          </ac:spMkLst>
        </pc:spChg>
        <pc:spChg chg="add mod">
          <ac:chgData name="MANUEL BARRAGAN VILLAREJO" userId="e219bb65-4134-4a25-9afb-9481b62e7fd2" providerId="ADAL" clId="{5B09FBA7-4C11-48C7-95DD-DCF27D9500B3}" dt="2025-07-09T12:29:33.145" v="128" actId="14100"/>
          <ac:spMkLst>
            <pc:docMk/>
            <pc:sldMk cId="2028339026" sldId="340"/>
            <ac:spMk id="13" creationId="{6D55F213-3C70-D880-6CA6-17047769ADC5}"/>
          </ac:spMkLst>
        </pc:spChg>
        <pc:spChg chg="add mod">
          <ac:chgData name="MANUEL BARRAGAN VILLAREJO" userId="e219bb65-4134-4a25-9afb-9481b62e7fd2" providerId="ADAL" clId="{5B09FBA7-4C11-48C7-95DD-DCF27D9500B3}" dt="2025-07-09T12:26:01.831" v="63" actId="1076"/>
          <ac:spMkLst>
            <pc:docMk/>
            <pc:sldMk cId="2028339026" sldId="340"/>
            <ac:spMk id="14" creationId="{68746D82-8CF1-5F12-8370-4A1425722BA8}"/>
          </ac:spMkLst>
        </pc:spChg>
        <pc:spChg chg="add mod">
          <ac:chgData name="MANUEL BARRAGAN VILLAREJO" userId="e219bb65-4134-4a25-9afb-9481b62e7fd2" providerId="ADAL" clId="{5B09FBA7-4C11-48C7-95DD-DCF27D9500B3}" dt="2025-07-09T12:31:37.425" v="154" actId="1076"/>
          <ac:spMkLst>
            <pc:docMk/>
            <pc:sldMk cId="2028339026" sldId="340"/>
            <ac:spMk id="15" creationId="{89C6CD3C-4FA6-14D4-02E8-07755BE372F0}"/>
          </ac:spMkLst>
        </pc:spChg>
        <pc:spChg chg="add mod">
          <ac:chgData name="MANUEL BARRAGAN VILLAREJO" userId="e219bb65-4134-4a25-9afb-9481b62e7fd2" providerId="ADAL" clId="{5B09FBA7-4C11-48C7-95DD-DCF27D9500B3}" dt="2025-07-09T12:32:04.768" v="161" actId="1076"/>
          <ac:spMkLst>
            <pc:docMk/>
            <pc:sldMk cId="2028339026" sldId="340"/>
            <ac:spMk id="16" creationId="{78FB80FB-64D1-4486-B622-6E9F074F40B8}"/>
          </ac:spMkLst>
        </pc:spChg>
        <pc:spChg chg="add mod">
          <ac:chgData name="MANUEL BARRAGAN VILLAREJO" userId="e219bb65-4134-4a25-9afb-9481b62e7fd2" providerId="ADAL" clId="{5B09FBA7-4C11-48C7-95DD-DCF27D9500B3}" dt="2025-07-09T12:28:29.601" v="107" actId="20577"/>
          <ac:spMkLst>
            <pc:docMk/>
            <pc:sldMk cId="2028339026" sldId="340"/>
            <ac:spMk id="19" creationId="{3AA084AE-227C-7FC1-1FC2-C2071304E873}"/>
          </ac:spMkLst>
        </pc:spChg>
        <pc:spChg chg="add mod">
          <ac:chgData name="MANUEL BARRAGAN VILLAREJO" userId="e219bb65-4134-4a25-9afb-9481b62e7fd2" providerId="ADAL" clId="{5B09FBA7-4C11-48C7-95DD-DCF27D9500B3}" dt="2025-07-09T12:31:41.441" v="155" actId="1076"/>
          <ac:spMkLst>
            <pc:docMk/>
            <pc:sldMk cId="2028339026" sldId="340"/>
            <ac:spMk id="20" creationId="{497605AE-C97E-98F6-CDE9-C31ACD32244C}"/>
          </ac:spMkLst>
        </pc:spChg>
        <pc:spChg chg="add mod">
          <ac:chgData name="MANUEL BARRAGAN VILLAREJO" userId="e219bb65-4134-4a25-9afb-9481b62e7fd2" providerId="ADAL" clId="{5B09FBA7-4C11-48C7-95DD-DCF27D9500B3}" dt="2025-07-09T12:31:44.081" v="156" actId="1076"/>
          <ac:spMkLst>
            <pc:docMk/>
            <pc:sldMk cId="2028339026" sldId="340"/>
            <ac:spMk id="25" creationId="{1F09E66E-7202-129A-0E7F-D8F38049328F}"/>
          </ac:spMkLst>
        </pc:spChg>
        <pc:spChg chg="add mod">
          <ac:chgData name="MANUEL BARRAGAN VILLAREJO" userId="e219bb65-4134-4a25-9afb-9481b62e7fd2" providerId="ADAL" clId="{5B09FBA7-4C11-48C7-95DD-DCF27D9500B3}" dt="2025-07-09T12:31:57.801" v="160" actId="1076"/>
          <ac:spMkLst>
            <pc:docMk/>
            <pc:sldMk cId="2028339026" sldId="340"/>
            <ac:spMk id="26" creationId="{8BD19209-4F6E-E92D-8DB2-5FF4C88D6403}"/>
          </ac:spMkLst>
        </pc:spChg>
        <pc:picChg chg="mod">
          <ac:chgData name="MANUEL BARRAGAN VILLAREJO" userId="e219bb65-4134-4a25-9afb-9481b62e7fd2" providerId="ADAL" clId="{5B09FBA7-4C11-48C7-95DD-DCF27D9500B3}" dt="2025-07-09T12:30:46.794" v="149" actId="1076"/>
          <ac:picMkLst>
            <pc:docMk/>
            <pc:sldMk cId="2028339026" sldId="340"/>
            <ac:picMk id="10" creationId="{0BDD8288-C243-AC78-EC61-BE1BBEA14AC7}"/>
          </ac:picMkLst>
        </pc:picChg>
        <pc:picChg chg="mod">
          <ac:chgData name="MANUEL BARRAGAN VILLAREJO" userId="e219bb65-4134-4a25-9afb-9481b62e7fd2" providerId="ADAL" clId="{5B09FBA7-4C11-48C7-95DD-DCF27D9500B3}" dt="2025-07-09T12:23:18.498" v="35" actId="1076"/>
          <ac:picMkLst>
            <pc:docMk/>
            <pc:sldMk cId="2028339026" sldId="340"/>
            <ac:picMk id="11" creationId="{6A35D8C5-7598-A74B-5776-EDA76579FA0D}"/>
          </ac:picMkLst>
        </pc:picChg>
        <pc:picChg chg="mod">
          <ac:chgData name="MANUEL BARRAGAN VILLAREJO" userId="e219bb65-4134-4a25-9afb-9481b62e7fd2" providerId="ADAL" clId="{5B09FBA7-4C11-48C7-95DD-DCF27D9500B3}" dt="2025-07-09T12:23:18.498" v="35" actId="1076"/>
          <ac:picMkLst>
            <pc:docMk/>
            <pc:sldMk cId="2028339026" sldId="340"/>
            <ac:picMk id="12" creationId="{B99ED10A-2A19-A95C-4C63-AB1D31369A57}"/>
          </ac:picMkLst>
        </pc:picChg>
        <pc:picChg chg="add mod">
          <ac:chgData name="MANUEL BARRAGAN VILLAREJO" userId="e219bb65-4134-4a25-9afb-9481b62e7fd2" providerId="ADAL" clId="{5B09FBA7-4C11-48C7-95DD-DCF27D9500B3}" dt="2025-07-09T12:32:04.768" v="161" actId="1076"/>
          <ac:picMkLst>
            <pc:docMk/>
            <pc:sldMk cId="2028339026" sldId="340"/>
            <ac:picMk id="18" creationId="{AEA98DA3-7088-5E18-4530-F88543ABE719}"/>
          </ac:picMkLst>
        </pc:picChg>
        <pc:picChg chg="add mod">
          <ac:chgData name="MANUEL BARRAGAN VILLAREJO" userId="e219bb65-4134-4a25-9afb-9481b62e7fd2" providerId="ADAL" clId="{5B09FBA7-4C11-48C7-95DD-DCF27D9500B3}" dt="2025-07-09T12:29:40.972" v="133" actId="1076"/>
          <ac:picMkLst>
            <pc:docMk/>
            <pc:sldMk cId="2028339026" sldId="340"/>
            <ac:picMk id="22" creationId="{6EE1DD08-E5F2-6E6B-08BF-73F6B09EC488}"/>
          </ac:picMkLst>
        </pc:picChg>
        <pc:picChg chg="add mod">
          <ac:chgData name="MANUEL BARRAGAN VILLAREJO" userId="e219bb65-4134-4a25-9afb-9481b62e7fd2" providerId="ADAL" clId="{5B09FBA7-4C11-48C7-95DD-DCF27D9500B3}" dt="2025-07-09T12:31:37.425" v="154" actId="1076"/>
          <ac:picMkLst>
            <pc:docMk/>
            <pc:sldMk cId="2028339026" sldId="340"/>
            <ac:picMk id="24" creationId="{FB70E147-16ED-CAA8-FDCE-7CA17F61C6F8}"/>
          </ac:picMkLst>
        </pc:picChg>
      </pc:sldChg>
      <pc:sldChg chg="addSp delSp modSp add mod">
        <pc:chgData name="MANUEL BARRAGAN VILLAREJO" userId="e219bb65-4134-4a25-9afb-9481b62e7fd2" providerId="ADAL" clId="{5B09FBA7-4C11-48C7-95DD-DCF27D9500B3}" dt="2025-07-10T07:05:43.764" v="444" actId="1076"/>
        <pc:sldMkLst>
          <pc:docMk/>
          <pc:sldMk cId="1815684298" sldId="341"/>
        </pc:sldMkLst>
        <pc:spChg chg="del">
          <ac:chgData name="MANUEL BARRAGAN VILLAREJO" userId="e219bb65-4134-4a25-9afb-9481b62e7fd2" providerId="ADAL" clId="{5B09FBA7-4C11-48C7-95DD-DCF27D9500B3}" dt="2025-07-09T20:31:20.547" v="242" actId="22"/>
          <ac:spMkLst>
            <pc:docMk/>
            <pc:sldMk cId="1815684298" sldId="341"/>
            <ac:spMk id="3" creationId="{63EFD951-269F-3928-05E3-D13042E93560}"/>
          </ac:spMkLst>
        </pc:spChg>
        <pc:spChg chg="add mod">
          <ac:chgData name="MANUEL BARRAGAN VILLAREJO" userId="e219bb65-4134-4a25-9afb-9481b62e7fd2" providerId="ADAL" clId="{5B09FBA7-4C11-48C7-95DD-DCF27D9500B3}" dt="2025-07-10T07:05:43.764" v="444" actId="1076"/>
          <ac:spMkLst>
            <pc:docMk/>
            <pc:sldMk cId="1815684298" sldId="341"/>
            <ac:spMk id="3" creationId="{B734A98F-AD6E-8701-4CAA-B499C0997AAC}"/>
          </ac:spMkLst>
        </pc:spChg>
        <pc:spChg chg="add mod">
          <ac:chgData name="MANUEL BARRAGAN VILLAREJO" userId="e219bb65-4134-4a25-9afb-9481b62e7fd2" providerId="ADAL" clId="{5B09FBA7-4C11-48C7-95DD-DCF27D9500B3}" dt="2025-07-09T20:42:38.672" v="366" actId="1076"/>
          <ac:spMkLst>
            <pc:docMk/>
            <pc:sldMk cId="1815684298" sldId="341"/>
            <ac:spMk id="4" creationId="{495F11ED-D2DD-5E7A-D308-B86F3E8A7172}"/>
          </ac:spMkLst>
        </pc:spChg>
        <pc:spChg chg="mod">
          <ac:chgData name="MANUEL BARRAGAN VILLAREJO" userId="e219bb65-4134-4a25-9afb-9481b62e7fd2" providerId="ADAL" clId="{5B09FBA7-4C11-48C7-95DD-DCF27D9500B3}" dt="2025-07-09T20:42:38.672" v="366" actId="1076"/>
          <ac:spMkLst>
            <pc:docMk/>
            <pc:sldMk cId="1815684298" sldId="341"/>
            <ac:spMk id="6" creationId="{480DBD69-E3B4-321A-D2CF-8A0EB576364C}"/>
          </ac:spMkLst>
        </pc:spChg>
        <pc:spChg chg="del mod">
          <ac:chgData name="MANUEL BARRAGAN VILLAREJO" userId="e219bb65-4134-4a25-9afb-9481b62e7fd2" providerId="ADAL" clId="{5B09FBA7-4C11-48C7-95DD-DCF27D9500B3}" dt="2025-07-09T20:35:09.831" v="286" actId="478"/>
          <ac:spMkLst>
            <pc:docMk/>
            <pc:sldMk cId="1815684298" sldId="341"/>
            <ac:spMk id="7" creationId="{D50A3E79-A015-5709-2254-755F89F59D4A}"/>
          </ac:spMkLst>
        </pc:spChg>
        <pc:spChg chg="mod">
          <ac:chgData name="MANUEL BARRAGAN VILLAREJO" userId="e219bb65-4134-4a25-9afb-9481b62e7fd2" providerId="ADAL" clId="{5B09FBA7-4C11-48C7-95DD-DCF27D9500B3}" dt="2025-07-09T20:31:15.229" v="241" actId="1076"/>
          <ac:spMkLst>
            <pc:docMk/>
            <pc:sldMk cId="1815684298" sldId="341"/>
            <ac:spMk id="8" creationId="{F95DFD0D-F63F-B8F5-366A-758C3E2E3E77}"/>
          </ac:spMkLst>
        </pc:spChg>
        <pc:spChg chg="mod">
          <ac:chgData name="MANUEL BARRAGAN VILLAREJO" userId="e219bb65-4134-4a25-9afb-9481b62e7fd2" providerId="ADAL" clId="{5B09FBA7-4C11-48C7-95DD-DCF27D9500B3}" dt="2025-07-09T20:34:30.819" v="279" actId="1076"/>
          <ac:spMkLst>
            <pc:docMk/>
            <pc:sldMk cId="1815684298" sldId="341"/>
            <ac:spMk id="9" creationId="{C9409962-7211-7243-C2D7-A6F8286BD17F}"/>
          </ac:spMkLst>
        </pc:spChg>
        <pc:spChg chg="mod">
          <ac:chgData name="MANUEL BARRAGAN VILLAREJO" userId="e219bb65-4134-4a25-9afb-9481b62e7fd2" providerId="ADAL" clId="{5B09FBA7-4C11-48C7-95DD-DCF27D9500B3}" dt="2025-07-09T20:34:30.819" v="279" actId="1076"/>
          <ac:spMkLst>
            <pc:docMk/>
            <pc:sldMk cId="1815684298" sldId="341"/>
            <ac:spMk id="13" creationId="{59C273C9-DA34-DD7A-4FE7-6968440D9958}"/>
          </ac:spMkLst>
        </pc:spChg>
        <pc:spChg chg="mod">
          <ac:chgData name="MANUEL BARRAGAN VILLAREJO" userId="e219bb65-4134-4a25-9afb-9481b62e7fd2" providerId="ADAL" clId="{5B09FBA7-4C11-48C7-95DD-DCF27D9500B3}" dt="2025-07-09T20:28:27.042" v="199" actId="1076"/>
          <ac:spMkLst>
            <pc:docMk/>
            <pc:sldMk cId="1815684298" sldId="341"/>
            <ac:spMk id="15" creationId="{1095EE50-B05E-8BA5-F4FB-3536B4F313F8}"/>
          </ac:spMkLst>
        </pc:spChg>
        <pc:spChg chg="mod">
          <ac:chgData name="MANUEL BARRAGAN VILLAREJO" userId="e219bb65-4134-4a25-9afb-9481b62e7fd2" providerId="ADAL" clId="{5B09FBA7-4C11-48C7-95DD-DCF27D9500B3}" dt="2025-07-09T20:34:33.671" v="280" actId="1076"/>
          <ac:spMkLst>
            <pc:docMk/>
            <pc:sldMk cId="1815684298" sldId="341"/>
            <ac:spMk id="16" creationId="{9F5A30F5-987C-48FA-23EF-6BA49B8E36A9}"/>
          </ac:spMkLst>
        </pc:spChg>
        <pc:spChg chg="mod">
          <ac:chgData name="MANUEL BARRAGAN VILLAREJO" userId="e219bb65-4134-4a25-9afb-9481b62e7fd2" providerId="ADAL" clId="{5B09FBA7-4C11-48C7-95DD-DCF27D9500B3}" dt="2025-07-09T20:34:30.819" v="279" actId="1076"/>
          <ac:spMkLst>
            <pc:docMk/>
            <pc:sldMk cId="1815684298" sldId="341"/>
            <ac:spMk id="19" creationId="{D8AB2457-8288-9BE4-60C2-93EE5D7A246B}"/>
          </ac:spMkLst>
        </pc:spChg>
        <pc:spChg chg="mod">
          <ac:chgData name="MANUEL BARRAGAN VILLAREJO" userId="e219bb65-4134-4a25-9afb-9481b62e7fd2" providerId="ADAL" clId="{5B09FBA7-4C11-48C7-95DD-DCF27D9500B3}" dt="2025-07-09T20:33:43.103" v="262" actId="1076"/>
          <ac:spMkLst>
            <pc:docMk/>
            <pc:sldMk cId="1815684298" sldId="341"/>
            <ac:spMk id="20" creationId="{88034185-293A-C0F6-C2C3-576B3B2FDF98}"/>
          </ac:spMkLst>
        </pc:spChg>
        <pc:spChg chg="add del mod">
          <ac:chgData name="MANUEL BARRAGAN VILLAREJO" userId="e219bb65-4134-4a25-9afb-9481b62e7fd2" providerId="ADAL" clId="{5B09FBA7-4C11-48C7-95DD-DCF27D9500B3}" dt="2025-07-09T20:35:08.716" v="285" actId="478"/>
          <ac:spMkLst>
            <pc:docMk/>
            <pc:sldMk cId="1815684298" sldId="341"/>
            <ac:spMk id="23" creationId="{AEB17C93-810E-96C5-2242-BD9D95CA8522}"/>
          </ac:spMkLst>
        </pc:spChg>
        <pc:spChg chg="del mod">
          <ac:chgData name="MANUEL BARRAGAN VILLAREJO" userId="e219bb65-4134-4a25-9afb-9481b62e7fd2" providerId="ADAL" clId="{5B09FBA7-4C11-48C7-95DD-DCF27D9500B3}" dt="2025-07-09T20:33:52.086" v="265" actId="478"/>
          <ac:spMkLst>
            <pc:docMk/>
            <pc:sldMk cId="1815684298" sldId="341"/>
            <ac:spMk id="25" creationId="{A5614223-FDA6-BA3B-EBC8-A42634C7DB66}"/>
          </ac:spMkLst>
        </pc:spChg>
        <pc:spChg chg="mod">
          <ac:chgData name="MANUEL BARRAGAN VILLAREJO" userId="e219bb65-4134-4a25-9afb-9481b62e7fd2" providerId="ADAL" clId="{5B09FBA7-4C11-48C7-95DD-DCF27D9500B3}" dt="2025-07-09T20:34:30.819" v="279" actId="1076"/>
          <ac:spMkLst>
            <pc:docMk/>
            <pc:sldMk cId="1815684298" sldId="341"/>
            <ac:spMk id="26" creationId="{E4E61B8B-EE24-D3C4-D81F-85E4B44A032B}"/>
          </ac:spMkLst>
        </pc:spChg>
        <pc:spChg chg="add mod">
          <ac:chgData name="MANUEL BARRAGAN VILLAREJO" userId="e219bb65-4134-4a25-9afb-9481b62e7fd2" providerId="ADAL" clId="{5B09FBA7-4C11-48C7-95DD-DCF27D9500B3}" dt="2025-07-09T20:31:52.225" v="249" actId="1076"/>
          <ac:spMkLst>
            <pc:docMk/>
            <pc:sldMk cId="1815684298" sldId="341"/>
            <ac:spMk id="27" creationId="{554F72D2-B5E2-6CAD-0D3B-6A5BD4B3979F}"/>
          </ac:spMkLst>
        </pc:spChg>
        <pc:spChg chg="add del mod">
          <ac:chgData name="MANUEL BARRAGAN VILLAREJO" userId="e219bb65-4134-4a25-9afb-9481b62e7fd2" providerId="ADAL" clId="{5B09FBA7-4C11-48C7-95DD-DCF27D9500B3}" dt="2025-07-09T20:38:16.152" v="310" actId="22"/>
          <ac:spMkLst>
            <pc:docMk/>
            <pc:sldMk cId="1815684298" sldId="341"/>
            <ac:spMk id="43" creationId="{AE654221-0A49-D4C2-0E6B-21FD15A1C086}"/>
          </ac:spMkLst>
        </pc:spChg>
        <pc:spChg chg="add del mod">
          <ac:chgData name="MANUEL BARRAGAN VILLAREJO" userId="e219bb65-4134-4a25-9afb-9481b62e7fd2" providerId="ADAL" clId="{5B09FBA7-4C11-48C7-95DD-DCF27D9500B3}" dt="2025-07-09T20:43:05.676" v="370" actId="478"/>
          <ac:spMkLst>
            <pc:docMk/>
            <pc:sldMk cId="1815684298" sldId="341"/>
            <ac:spMk id="46" creationId="{32B1D08B-2D4F-F14D-B0B1-B237358C0AE5}"/>
          </ac:spMkLst>
        </pc:spChg>
        <pc:spChg chg="add mod">
          <ac:chgData name="MANUEL BARRAGAN VILLAREJO" userId="e219bb65-4134-4a25-9afb-9481b62e7fd2" providerId="ADAL" clId="{5B09FBA7-4C11-48C7-95DD-DCF27D9500B3}" dt="2025-07-09T20:43:39.119" v="383" actId="1076"/>
          <ac:spMkLst>
            <pc:docMk/>
            <pc:sldMk cId="1815684298" sldId="341"/>
            <ac:spMk id="47" creationId="{A5C77E13-A0CC-6246-AA74-F85B42F3C505}"/>
          </ac:spMkLst>
        </pc:spChg>
        <pc:spChg chg="add mod">
          <ac:chgData name="MANUEL BARRAGAN VILLAREJO" userId="e219bb65-4134-4a25-9afb-9481b62e7fd2" providerId="ADAL" clId="{5B09FBA7-4C11-48C7-95DD-DCF27D9500B3}" dt="2025-07-09T20:44:15.596" v="411" actId="1076"/>
          <ac:spMkLst>
            <pc:docMk/>
            <pc:sldMk cId="1815684298" sldId="341"/>
            <ac:spMk id="48" creationId="{D46CFAD8-E717-26EE-76BF-B253A5A6ECF8}"/>
          </ac:spMkLst>
        </pc:spChg>
        <pc:spChg chg="add mod">
          <ac:chgData name="MANUEL BARRAGAN VILLAREJO" userId="e219bb65-4134-4a25-9afb-9481b62e7fd2" providerId="ADAL" clId="{5B09FBA7-4C11-48C7-95DD-DCF27D9500B3}" dt="2025-07-09T20:44:38.336" v="424" actId="1076"/>
          <ac:spMkLst>
            <pc:docMk/>
            <pc:sldMk cId="1815684298" sldId="341"/>
            <ac:spMk id="49" creationId="{CB9CD02E-B41D-146D-7686-11249E565156}"/>
          </ac:spMkLst>
        </pc:spChg>
        <pc:picChg chg="mod">
          <ac:chgData name="MANUEL BARRAGAN VILLAREJO" userId="e219bb65-4134-4a25-9afb-9481b62e7fd2" providerId="ADAL" clId="{5B09FBA7-4C11-48C7-95DD-DCF27D9500B3}" dt="2025-07-09T20:42:38.672" v="366" actId="1076"/>
          <ac:picMkLst>
            <pc:docMk/>
            <pc:sldMk cId="1815684298" sldId="341"/>
            <ac:picMk id="10" creationId="{5AAB0FE3-0E88-EAC3-C4F8-E756DAB0853B}"/>
          </ac:picMkLst>
        </pc:picChg>
        <pc:picChg chg="mod">
          <ac:chgData name="MANUEL BARRAGAN VILLAREJO" userId="e219bb65-4134-4a25-9afb-9481b62e7fd2" providerId="ADAL" clId="{5B09FBA7-4C11-48C7-95DD-DCF27D9500B3}" dt="2025-07-09T20:42:38.672" v="366" actId="1076"/>
          <ac:picMkLst>
            <pc:docMk/>
            <pc:sldMk cId="1815684298" sldId="341"/>
            <ac:picMk id="11" creationId="{0FAF3CB0-D932-2106-5C07-2AC43C937CF6}"/>
          </ac:picMkLst>
        </pc:picChg>
        <pc:picChg chg="mod">
          <ac:chgData name="MANUEL BARRAGAN VILLAREJO" userId="e219bb65-4134-4a25-9afb-9481b62e7fd2" providerId="ADAL" clId="{5B09FBA7-4C11-48C7-95DD-DCF27D9500B3}" dt="2025-07-09T20:42:38.672" v="366" actId="1076"/>
          <ac:picMkLst>
            <pc:docMk/>
            <pc:sldMk cId="1815684298" sldId="341"/>
            <ac:picMk id="12" creationId="{1CFBE358-4F3F-449B-2291-BB38A8D83E35}"/>
          </ac:picMkLst>
        </pc:picChg>
        <pc:picChg chg="mod">
          <ac:chgData name="MANUEL BARRAGAN VILLAREJO" userId="e219bb65-4134-4a25-9afb-9481b62e7fd2" providerId="ADAL" clId="{5B09FBA7-4C11-48C7-95DD-DCF27D9500B3}" dt="2025-07-09T20:34:30.819" v="279" actId="1076"/>
          <ac:picMkLst>
            <pc:docMk/>
            <pc:sldMk cId="1815684298" sldId="341"/>
            <ac:picMk id="18" creationId="{AF40507E-4190-B6B5-991D-6B88F7EB88C9}"/>
          </ac:picMkLst>
        </pc:picChg>
        <pc:picChg chg="add del mod">
          <ac:chgData name="MANUEL BARRAGAN VILLAREJO" userId="e219bb65-4134-4a25-9afb-9481b62e7fd2" providerId="ADAL" clId="{5B09FBA7-4C11-48C7-95DD-DCF27D9500B3}" dt="2025-07-09T20:31:34.954" v="246" actId="478"/>
          <ac:picMkLst>
            <pc:docMk/>
            <pc:sldMk cId="1815684298" sldId="341"/>
            <ac:picMk id="21" creationId="{0C00DC27-2D0D-D7B8-B7F4-3F0AB1E4C3B5}"/>
          </ac:picMkLst>
        </pc:picChg>
        <pc:picChg chg="mod">
          <ac:chgData name="MANUEL BARRAGAN VILLAREJO" userId="e219bb65-4134-4a25-9afb-9481b62e7fd2" providerId="ADAL" clId="{5B09FBA7-4C11-48C7-95DD-DCF27D9500B3}" dt="2025-07-09T20:34:30.819" v="279" actId="1076"/>
          <ac:picMkLst>
            <pc:docMk/>
            <pc:sldMk cId="1815684298" sldId="341"/>
            <ac:picMk id="22" creationId="{2154604B-4C84-AFF3-B026-EC372A3354D2}"/>
          </ac:picMkLst>
        </pc:picChg>
        <pc:picChg chg="del">
          <ac:chgData name="MANUEL BARRAGAN VILLAREJO" userId="e219bb65-4134-4a25-9afb-9481b62e7fd2" providerId="ADAL" clId="{5B09FBA7-4C11-48C7-95DD-DCF27D9500B3}" dt="2025-07-09T20:28:28.258" v="200" actId="478"/>
          <ac:picMkLst>
            <pc:docMk/>
            <pc:sldMk cId="1815684298" sldId="341"/>
            <ac:picMk id="24" creationId="{587E8ACB-D46E-8BED-FA9E-D4931B64DD09}"/>
          </ac:picMkLst>
        </pc:picChg>
        <pc:picChg chg="add del mod ord modCrop">
          <ac:chgData name="MANUEL BARRAGAN VILLAREJO" userId="e219bb65-4134-4a25-9afb-9481b62e7fd2" providerId="ADAL" clId="{5B09FBA7-4C11-48C7-95DD-DCF27D9500B3}" dt="2025-07-09T20:38:14.169" v="309" actId="478"/>
          <ac:picMkLst>
            <pc:docMk/>
            <pc:sldMk cId="1815684298" sldId="341"/>
            <ac:picMk id="29" creationId="{90B332C3-1FE2-6730-8339-60595720417F}"/>
          </ac:picMkLst>
        </pc:picChg>
        <pc:picChg chg="add del mod">
          <ac:chgData name="MANUEL BARRAGAN VILLAREJO" userId="e219bb65-4134-4a25-9afb-9481b62e7fd2" providerId="ADAL" clId="{5B09FBA7-4C11-48C7-95DD-DCF27D9500B3}" dt="2025-07-09T20:32:58.465" v="258" actId="478"/>
          <ac:picMkLst>
            <pc:docMk/>
            <pc:sldMk cId="1815684298" sldId="341"/>
            <ac:picMk id="30" creationId="{03D27951-2BC7-F1D1-BB28-35BE0D789432}"/>
          </ac:picMkLst>
        </pc:picChg>
        <pc:picChg chg="add mod">
          <ac:chgData name="MANUEL BARRAGAN VILLAREJO" userId="e219bb65-4134-4a25-9afb-9481b62e7fd2" providerId="ADAL" clId="{5B09FBA7-4C11-48C7-95DD-DCF27D9500B3}" dt="2025-07-09T20:31:48.212" v="248" actId="1076"/>
          <ac:picMkLst>
            <pc:docMk/>
            <pc:sldMk cId="1815684298" sldId="341"/>
            <ac:picMk id="31" creationId="{2E2CB864-3FDD-C903-EECF-E91533400AC4}"/>
          </ac:picMkLst>
        </pc:picChg>
        <pc:picChg chg="add del mod">
          <ac:chgData name="MANUEL BARRAGAN VILLAREJO" userId="e219bb65-4134-4a25-9afb-9481b62e7fd2" providerId="ADAL" clId="{5B09FBA7-4C11-48C7-95DD-DCF27D9500B3}" dt="2025-07-09T20:32:54.570" v="256" actId="478"/>
          <ac:picMkLst>
            <pc:docMk/>
            <pc:sldMk cId="1815684298" sldId="341"/>
            <ac:picMk id="33" creationId="{9D84F6A7-1A28-A8D5-8920-44093C94B2D6}"/>
          </ac:picMkLst>
        </pc:picChg>
        <pc:picChg chg="add mod">
          <ac:chgData name="MANUEL BARRAGAN VILLAREJO" userId="e219bb65-4134-4a25-9afb-9481b62e7fd2" providerId="ADAL" clId="{5B09FBA7-4C11-48C7-95DD-DCF27D9500B3}" dt="2025-07-09T20:44:23.691" v="413" actId="1076"/>
          <ac:picMkLst>
            <pc:docMk/>
            <pc:sldMk cId="1815684298" sldId="341"/>
            <ac:picMk id="35" creationId="{CBA79DBB-6383-9859-7B24-F331CF67CA77}"/>
          </ac:picMkLst>
        </pc:picChg>
        <pc:picChg chg="add del mod modCrop">
          <ac:chgData name="MANUEL BARRAGAN VILLAREJO" userId="e219bb65-4134-4a25-9afb-9481b62e7fd2" providerId="ADAL" clId="{5B09FBA7-4C11-48C7-95DD-DCF27D9500B3}" dt="2025-07-09T20:36:37.569" v="296" actId="478"/>
          <ac:picMkLst>
            <pc:docMk/>
            <pc:sldMk cId="1815684298" sldId="341"/>
            <ac:picMk id="37" creationId="{01D4F2B2-114D-4806-5CB1-B7AB11607213}"/>
          </ac:picMkLst>
        </pc:picChg>
        <pc:picChg chg="add mod">
          <ac:chgData name="MANUEL BARRAGAN VILLAREJO" userId="e219bb65-4134-4a25-9afb-9481b62e7fd2" providerId="ADAL" clId="{5B09FBA7-4C11-48C7-95DD-DCF27D9500B3}" dt="2025-07-09T20:44:21.215" v="412" actId="1076"/>
          <ac:picMkLst>
            <pc:docMk/>
            <pc:sldMk cId="1815684298" sldId="341"/>
            <ac:picMk id="39" creationId="{CF165054-117E-5159-613D-CBFD1DEDF998}"/>
          </ac:picMkLst>
        </pc:picChg>
        <pc:picChg chg="add mod">
          <ac:chgData name="MANUEL BARRAGAN VILLAREJO" userId="e219bb65-4134-4a25-9afb-9481b62e7fd2" providerId="ADAL" clId="{5B09FBA7-4C11-48C7-95DD-DCF27D9500B3}" dt="2025-07-09T20:44:21.215" v="412" actId="1076"/>
          <ac:picMkLst>
            <pc:docMk/>
            <pc:sldMk cId="1815684298" sldId="341"/>
            <ac:picMk id="41" creationId="{C7AD5B0C-2F3D-3A9E-662D-CE06C1719383}"/>
          </ac:picMkLst>
        </pc:picChg>
        <pc:picChg chg="add mod ord">
          <ac:chgData name="MANUEL BARRAGAN VILLAREJO" userId="e219bb65-4134-4a25-9afb-9481b62e7fd2" providerId="ADAL" clId="{5B09FBA7-4C11-48C7-95DD-DCF27D9500B3}" dt="2025-07-09T20:38:31.089" v="317" actId="1076"/>
          <ac:picMkLst>
            <pc:docMk/>
            <pc:sldMk cId="1815684298" sldId="341"/>
            <ac:picMk id="45" creationId="{24444F30-3B81-F419-50AB-C2F54623D13E}"/>
          </ac:picMkLst>
        </pc:picChg>
      </pc:sldChg>
      <pc:sldChg chg="addSp delSp modSp add mod">
        <pc:chgData name="MANUEL BARRAGAN VILLAREJO" userId="e219bb65-4134-4a25-9afb-9481b62e7fd2" providerId="ADAL" clId="{5B09FBA7-4C11-48C7-95DD-DCF27D9500B3}" dt="2025-07-10T07:05:54.380" v="446" actId="1076"/>
        <pc:sldMkLst>
          <pc:docMk/>
          <pc:sldMk cId="1528318027" sldId="342"/>
        </pc:sldMkLst>
        <pc:spChg chg="add mod">
          <ac:chgData name="MANUEL BARRAGAN VILLAREJO" userId="e219bb65-4134-4a25-9afb-9481b62e7fd2" providerId="ADAL" clId="{5B09FBA7-4C11-48C7-95DD-DCF27D9500B3}" dt="2025-07-10T07:05:54.380" v="446" actId="1076"/>
          <ac:spMkLst>
            <pc:docMk/>
            <pc:sldMk cId="1528318027" sldId="342"/>
            <ac:spMk id="3" creationId="{63DD643F-8A88-F631-5353-1E63CD49D29D}"/>
          </ac:spMkLst>
        </pc:spChg>
        <pc:spChg chg="mod">
          <ac:chgData name="MANUEL BARRAGAN VILLAREJO" userId="e219bb65-4134-4a25-9afb-9481b62e7fd2" providerId="ADAL" clId="{5B09FBA7-4C11-48C7-95DD-DCF27D9500B3}" dt="2025-07-09T20:45:03.752" v="429" actId="1076"/>
          <ac:spMkLst>
            <pc:docMk/>
            <pc:sldMk cId="1528318027" sldId="342"/>
            <ac:spMk id="4" creationId="{93B806B8-A50D-1497-A3FA-123B7D1CD46B}"/>
          </ac:spMkLst>
        </pc:spChg>
        <pc:spChg chg="mod">
          <ac:chgData name="MANUEL BARRAGAN VILLAREJO" userId="e219bb65-4134-4a25-9afb-9481b62e7fd2" providerId="ADAL" clId="{5B09FBA7-4C11-48C7-95DD-DCF27D9500B3}" dt="2025-07-09T20:44:52.815" v="426" actId="1076"/>
          <ac:spMkLst>
            <pc:docMk/>
            <pc:sldMk cId="1528318027" sldId="342"/>
            <ac:spMk id="6" creationId="{F6074F6A-FB22-7900-FA47-113A30B8A01F}"/>
          </ac:spMkLst>
        </pc:spChg>
        <pc:spChg chg="add del mod">
          <ac:chgData name="MANUEL BARRAGAN VILLAREJO" userId="e219bb65-4134-4a25-9afb-9481b62e7fd2" providerId="ADAL" clId="{5B09FBA7-4C11-48C7-95DD-DCF27D9500B3}" dt="2025-07-09T20:40:02.256" v="333" actId="22"/>
          <ac:spMkLst>
            <pc:docMk/>
            <pc:sldMk cId="1528318027" sldId="342"/>
            <ac:spMk id="7" creationId="{F97405E6-4707-3296-77D0-92FEED19F7F7}"/>
          </ac:spMkLst>
        </pc:spChg>
        <pc:spChg chg="mod">
          <ac:chgData name="MANUEL BARRAGAN VILLAREJO" userId="e219bb65-4134-4a25-9afb-9481b62e7fd2" providerId="ADAL" clId="{5B09FBA7-4C11-48C7-95DD-DCF27D9500B3}" dt="2025-07-09T20:40:42.835" v="343" actId="14100"/>
          <ac:spMkLst>
            <pc:docMk/>
            <pc:sldMk cId="1528318027" sldId="342"/>
            <ac:spMk id="8" creationId="{DA055021-B37C-8274-3E82-3EA90C36DEFF}"/>
          </ac:spMkLst>
        </pc:spChg>
        <pc:spChg chg="mod">
          <ac:chgData name="MANUEL BARRAGAN VILLAREJO" userId="e219bb65-4134-4a25-9afb-9481b62e7fd2" providerId="ADAL" clId="{5B09FBA7-4C11-48C7-95DD-DCF27D9500B3}" dt="2025-07-09T20:40:48.893" v="345" actId="1076"/>
          <ac:spMkLst>
            <pc:docMk/>
            <pc:sldMk cId="1528318027" sldId="342"/>
            <ac:spMk id="9" creationId="{886E9F7D-AC40-4BE3-BF60-234FFD45ED99}"/>
          </ac:spMkLst>
        </pc:spChg>
        <pc:spChg chg="mod">
          <ac:chgData name="MANUEL BARRAGAN VILLAREJO" userId="e219bb65-4134-4a25-9afb-9481b62e7fd2" providerId="ADAL" clId="{5B09FBA7-4C11-48C7-95DD-DCF27D9500B3}" dt="2025-07-09T20:40:59.482" v="347" actId="1076"/>
          <ac:spMkLst>
            <pc:docMk/>
            <pc:sldMk cId="1528318027" sldId="342"/>
            <ac:spMk id="13" creationId="{EACC83E9-4BF0-F034-70CF-F3BE5E6D1980}"/>
          </ac:spMkLst>
        </pc:spChg>
        <pc:spChg chg="mod">
          <ac:chgData name="MANUEL BARRAGAN VILLAREJO" userId="e219bb65-4134-4a25-9afb-9481b62e7fd2" providerId="ADAL" clId="{5B09FBA7-4C11-48C7-95DD-DCF27D9500B3}" dt="2025-07-09T20:40:43.865" v="344" actId="1076"/>
          <ac:spMkLst>
            <pc:docMk/>
            <pc:sldMk cId="1528318027" sldId="342"/>
            <ac:spMk id="14" creationId="{B47649AD-1EEC-AF57-15C7-C86DD56D6775}"/>
          </ac:spMkLst>
        </pc:spChg>
        <pc:spChg chg="mod">
          <ac:chgData name="MANUEL BARRAGAN VILLAREJO" userId="e219bb65-4134-4a25-9afb-9481b62e7fd2" providerId="ADAL" clId="{5B09FBA7-4C11-48C7-95DD-DCF27D9500B3}" dt="2025-07-09T20:40:51.591" v="346" actId="1076"/>
          <ac:spMkLst>
            <pc:docMk/>
            <pc:sldMk cId="1528318027" sldId="342"/>
            <ac:spMk id="16" creationId="{FE05F1B1-9A99-CE36-A6C1-7E50A1CA1D58}"/>
          </ac:spMkLst>
        </pc:spChg>
        <pc:spChg chg="mod">
          <ac:chgData name="MANUEL BARRAGAN VILLAREJO" userId="e219bb65-4134-4a25-9afb-9481b62e7fd2" providerId="ADAL" clId="{5B09FBA7-4C11-48C7-95DD-DCF27D9500B3}" dt="2025-07-09T20:41:05.670" v="349" actId="1076"/>
          <ac:spMkLst>
            <pc:docMk/>
            <pc:sldMk cId="1528318027" sldId="342"/>
            <ac:spMk id="19" creationId="{CB06170E-3C47-7F4E-F560-92CC529FD2E1}"/>
          </ac:spMkLst>
        </pc:spChg>
        <pc:spChg chg="add mod">
          <ac:chgData name="MANUEL BARRAGAN VILLAREJO" userId="e219bb65-4134-4a25-9afb-9481b62e7fd2" providerId="ADAL" clId="{5B09FBA7-4C11-48C7-95DD-DCF27D9500B3}" dt="2025-07-09T20:41:14.465" v="350" actId="571"/>
          <ac:spMkLst>
            <pc:docMk/>
            <pc:sldMk cId="1528318027" sldId="342"/>
            <ac:spMk id="23" creationId="{059BDC04-5BE0-7AC7-E778-856DC4E39443}"/>
          </ac:spMkLst>
        </pc:spChg>
        <pc:spChg chg="add mod">
          <ac:chgData name="MANUEL BARRAGAN VILLAREJO" userId="e219bb65-4134-4a25-9afb-9481b62e7fd2" providerId="ADAL" clId="{5B09FBA7-4C11-48C7-95DD-DCF27D9500B3}" dt="2025-07-09T20:41:25.997" v="355" actId="1076"/>
          <ac:spMkLst>
            <pc:docMk/>
            <pc:sldMk cId="1528318027" sldId="342"/>
            <ac:spMk id="24" creationId="{E7F4B879-10CF-F2A5-FB8C-4D3037A0CC0D}"/>
          </ac:spMkLst>
        </pc:spChg>
        <pc:spChg chg="del">
          <ac:chgData name="MANUEL BARRAGAN VILLAREJO" userId="e219bb65-4134-4a25-9afb-9481b62e7fd2" providerId="ADAL" clId="{5B09FBA7-4C11-48C7-95DD-DCF27D9500B3}" dt="2025-07-09T20:39:11.759" v="325" actId="478"/>
          <ac:spMkLst>
            <pc:docMk/>
            <pc:sldMk cId="1528318027" sldId="342"/>
            <ac:spMk id="26" creationId="{BB2628F3-9A80-0B75-BA49-F98594803574}"/>
          </ac:spMkLst>
        </pc:spChg>
        <pc:spChg chg="add mod">
          <ac:chgData name="MANUEL BARRAGAN VILLAREJO" userId="e219bb65-4134-4a25-9afb-9481b62e7fd2" providerId="ADAL" clId="{5B09FBA7-4C11-48C7-95DD-DCF27D9500B3}" dt="2025-07-09T20:45:29.431" v="435" actId="1076"/>
          <ac:spMkLst>
            <pc:docMk/>
            <pc:sldMk cId="1528318027" sldId="342"/>
            <ac:spMk id="29" creationId="{6DAFA242-3B08-F24F-361F-E894546BAF13}"/>
          </ac:spMkLst>
        </pc:spChg>
        <pc:spChg chg="add mod">
          <ac:chgData name="MANUEL BARRAGAN VILLAREJO" userId="e219bb65-4134-4a25-9afb-9481b62e7fd2" providerId="ADAL" clId="{5B09FBA7-4C11-48C7-95DD-DCF27D9500B3}" dt="2025-07-09T20:45:16.845" v="432" actId="1076"/>
          <ac:spMkLst>
            <pc:docMk/>
            <pc:sldMk cId="1528318027" sldId="342"/>
            <ac:spMk id="30" creationId="{9E57B1C3-2B5F-69F1-A900-025660860CA2}"/>
          </ac:spMkLst>
        </pc:spChg>
        <pc:spChg chg="add mod">
          <ac:chgData name="MANUEL BARRAGAN VILLAREJO" userId="e219bb65-4134-4a25-9afb-9481b62e7fd2" providerId="ADAL" clId="{5B09FBA7-4C11-48C7-95DD-DCF27D9500B3}" dt="2025-07-09T20:45:32.489" v="436" actId="1076"/>
          <ac:spMkLst>
            <pc:docMk/>
            <pc:sldMk cId="1528318027" sldId="342"/>
            <ac:spMk id="32" creationId="{DA355446-571B-9D00-113A-AD9E43CFFED0}"/>
          </ac:spMkLst>
        </pc:spChg>
        <pc:spChg chg="add mod">
          <ac:chgData name="MANUEL BARRAGAN VILLAREJO" userId="e219bb65-4134-4a25-9afb-9481b62e7fd2" providerId="ADAL" clId="{5B09FBA7-4C11-48C7-95DD-DCF27D9500B3}" dt="2025-07-09T20:45:45.037" v="442" actId="1076"/>
          <ac:spMkLst>
            <pc:docMk/>
            <pc:sldMk cId="1528318027" sldId="342"/>
            <ac:spMk id="33" creationId="{46925DA7-9F6B-3ECA-6332-BE01D8083742}"/>
          </ac:spMkLst>
        </pc:spChg>
        <pc:picChg chg="mod">
          <ac:chgData name="MANUEL BARRAGAN VILLAREJO" userId="e219bb65-4134-4a25-9afb-9481b62e7fd2" providerId="ADAL" clId="{5B09FBA7-4C11-48C7-95DD-DCF27D9500B3}" dt="2025-07-09T20:44:52.815" v="426" actId="1076"/>
          <ac:picMkLst>
            <pc:docMk/>
            <pc:sldMk cId="1528318027" sldId="342"/>
            <ac:picMk id="10" creationId="{B22B2F31-5F3B-27BC-64B1-78731915F3D7}"/>
          </ac:picMkLst>
        </pc:picChg>
        <pc:picChg chg="mod">
          <ac:chgData name="MANUEL BARRAGAN VILLAREJO" userId="e219bb65-4134-4a25-9afb-9481b62e7fd2" providerId="ADAL" clId="{5B09FBA7-4C11-48C7-95DD-DCF27D9500B3}" dt="2025-07-09T20:44:52.815" v="426" actId="1076"/>
          <ac:picMkLst>
            <pc:docMk/>
            <pc:sldMk cId="1528318027" sldId="342"/>
            <ac:picMk id="11" creationId="{E811C8B6-44B5-0D99-1D93-263FD95C4D6C}"/>
          </ac:picMkLst>
        </pc:picChg>
        <pc:picChg chg="mod">
          <ac:chgData name="MANUEL BARRAGAN VILLAREJO" userId="e219bb65-4134-4a25-9afb-9481b62e7fd2" providerId="ADAL" clId="{5B09FBA7-4C11-48C7-95DD-DCF27D9500B3}" dt="2025-07-09T20:44:52.815" v="426" actId="1076"/>
          <ac:picMkLst>
            <pc:docMk/>
            <pc:sldMk cId="1528318027" sldId="342"/>
            <ac:picMk id="12" creationId="{05459C46-B826-A54C-0C3C-B3CFB66AC848}"/>
          </ac:picMkLst>
        </pc:picChg>
        <pc:picChg chg="mod">
          <ac:chgData name="MANUEL BARRAGAN VILLAREJO" userId="e219bb65-4134-4a25-9afb-9481b62e7fd2" providerId="ADAL" clId="{5B09FBA7-4C11-48C7-95DD-DCF27D9500B3}" dt="2025-07-09T20:40:48.893" v="345" actId="1076"/>
          <ac:picMkLst>
            <pc:docMk/>
            <pc:sldMk cId="1528318027" sldId="342"/>
            <ac:picMk id="18" creationId="{CEB257F8-E15E-8F26-03FC-681BC8A16254}"/>
          </ac:picMkLst>
        </pc:picChg>
        <pc:picChg chg="add mod ord">
          <ac:chgData name="MANUEL BARRAGAN VILLAREJO" userId="e219bb65-4134-4a25-9afb-9481b62e7fd2" providerId="ADAL" clId="{5B09FBA7-4C11-48C7-95DD-DCF27D9500B3}" dt="2025-07-09T20:41:02.628" v="348" actId="1076"/>
          <ac:picMkLst>
            <pc:docMk/>
            <pc:sldMk cId="1528318027" sldId="342"/>
            <ac:picMk id="21" creationId="{F36DE68A-4383-520C-A7CA-16DEB8F01C06}"/>
          </ac:picMkLst>
        </pc:picChg>
        <pc:picChg chg="mod">
          <ac:chgData name="MANUEL BARRAGAN VILLAREJO" userId="e219bb65-4134-4a25-9afb-9481b62e7fd2" providerId="ADAL" clId="{5B09FBA7-4C11-48C7-95DD-DCF27D9500B3}" dt="2025-07-09T20:40:59.482" v="347" actId="1076"/>
          <ac:picMkLst>
            <pc:docMk/>
            <pc:sldMk cId="1528318027" sldId="342"/>
            <ac:picMk id="22" creationId="{1B34117E-8441-F19F-DFE3-C26360762051}"/>
          </ac:picMkLst>
        </pc:picChg>
        <pc:picChg chg="add mod">
          <ac:chgData name="MANUEL BARRAGAN VILLAREJO" userId="e219bb65-4134-4a25-9afb-9481b62e7fd2" providerId="ADAL" clId="{5B09FBA7-4C11-48C7-95DD-DCF27D9500B3}" dt="2025-07-09T20:45:08.215" v="430" actId="14100"/>
          <ac:picMkLst>
            <pc:docMk/>
            <pc:sldMk cId="1528318027" sldId="342"/>
            <ac:picMk id="25" creationId="{FA21522C-6A39-8438-A62C-6B54DE76225A}"/>
          </ac:picMkLst>
        </pc:picChg>
        <pc:picChg chg="add mod">
          <ac:chgData name="MANUEL BARRAGAN VILLAREJO" userId="e219bb65-4134-4a25-9afb-9481b62e7fd2" providerId="ADAL" clId="{5B09FBA7-4C11-48C7-95DD-DCF27D9500B3}" dt="2025-07-09T20:42:03.466" v="364" actId="1076"/>
          <ac:picMkLst>
            <pc:docMk/>
            <pc:sldMk cId="1528318027" sldId="342"/>
            <ac:picMk id="28" creationId="{556C097D-0EFE-C8DB-2756-21EC47101E8B}"/>
          </ac:picMkLst>
        </pc:picChg>
        <pc:picChg chg="mod">
          <ac:chgData name="MANUEL BARRAGAN VILLAREJO" userId="e219bb65-4134-4a25-9afb-9481b62e7fd2" providerId="ADAL" clId="{5B09FBA7-4C11-48C7-95DD-DCF27D9500B3}" dt="2025-07-09T20:41:53.551" v="361" actId="1076"/>
          <ac:picMkLst>
            <pc:docMk/>
            <pc:sldMk cId="1528318027" sldId="342"/>
            <ac:picMk id="39" creationId="{33B00E6A-8012-4881-610B-741D867516DF}"/>
          </ac:picMkLst>
        </pc:picChg>
        <pc:picChg chg="mod">
          <ac:chgData name="MANUEL BARRAGAN VILLAREJO" userId="e219bb65-4134-4a25-9afb-9481b62e7fd2" providerId="ADAL" clId="{5B09FBA7-4C11-48C7-95DD-DCF27D9500B3}" dt="2025-07-09T20:41:50.436" v="360" actId="1076"/>
          <ac:picMkLst>
            <pc:docMk/>
            <pc:sldMk cId="1528318027" sldId="342"/>
            <ac:picMk id="41" creationId="{6681D90B-B8DF-432E-3CE6-9F79E8134A01}"/>
          </ac:picMkLst>
        </pc:picChg>
        <pc:picChg chg="del">
          <ac:chgData name="MANUEL BARRAGAN VILLAREJO" userId="e219bb65-4134-4a25-9afb-9481b62e7fd2" providerId="ADAL" clId="{5B09FBA7-4C11-48C7-95DD-DCF27D9500B3}" dt="2025-07-09T20:39:49.308" v="330" actId="478"/>
          <ac:picMkLst>
            <pc:docMk/>
            <pc:sldMk cId="1528318027" sldId="342"/>
            <ac:picMk id="45" creationId="{8BF4661D-CFAE-28DF-CF72-98E544060B8D}"/>
          </ac:picMkLst>
        </pc:picChg>
      </pc:sldChg>
    </pc:docChg>
  </pc:docChgLst>
  <pc:docChgLst>
    <pc:chgData name="MANUEL BARRAGAN VILLAREJO" userId="e219bb65-4134-4a25-9afb-9481b62e7fd2" providerId="ADAL" clId="{80401494-E03F-4CFC-8282-CB913CF582B2}"/>
    <pc:docChg chg="modSld">
      <pc:chgData name="MANUEL BARRAGAN VILLAREJO" userId="e219bb65-4134-4a25-9afb-9481b62e7fd2" providerId="ADAL" clId="{80401494-E03F-4CFC-8282-CB913CF582B2}" dt="2025-07-09T10:31:02.774" v="3" actId="20577"/>
      <pc:docMkLst>
        <pc:docMk/>
      </pc:docMkLst>
      <pc:sldChg chg="modSp mod">
        <pc:chgData name="MANUEL BARRAGAN VILLAREJO" userId="e219bb65-4134-4a25-9afb-9481b62e7fd2" providerId="ADAL" clId="{80401494-E03F-4CFC-8282-CB913CF582B2}" dt="2025-07-09T10:31:02.774" v="3" actId="20577"/>
        <pc:sldMkLst>
          <pc:docMk/>
          <pc:sldMk cId="1012232748" sldId="275"/>
        </pc:sldMkLst>
        <pc:spChg chg="mod">
          <ac:chgData name="MANUEL BARRAGAN VILLAREJO" userId="e219bb65-4134-4a25-9afb-9481b62e7fd2" providerId="ADAL" clId="{80401494-E03F-4CFC-8282-CB913CF582B2}" dt="2025-07-09T10:31:02.774" v="3" actId="20577"/>
          <ac:spMkLst>
            <pc:docMk/>
            <pc:sldMk cId="1012232748" sldId="275"/>
            <ac:spMk id="3" creationId="{00000000-0000-0000-0000-000000000000}"/>
          </ac:spMkLst>
        </pc:spChg>
      </pc:sldChg>
    </pc:docChg>
  </pc:docChgLst>
  <pc:docChgLst>
    <pc:chgData name="MANUEL BARRAGAN VILLAREJO" userId="e219bb65-4134-4a25-9afb-9481b62e7fd2" providerId="ADAL" clId="{1DE198E3-74AF-4512-8AC3-C4861F77024D}"/>
    <pc:docChg chg="undo redo custSel addSld delSld modSld sldOrd">
      <pc:chgData name="MANUEL BARRAGAN VILLAREJO" userId="e219bb65-4134-4a25-9afb-9481b62e7fd2" providerId="ADAL" clId="{1DE198E3-74AF-4512-8AC3-C4861F77024D}" dt="2024-09-11T12:03:38.645" v="1519" actId="47"/>
      <pc:docMkLst>
        <pc:docMk/>
      </pc:docMkLst>
      <pc:sldChg chg="addSp delSp modSp add del mod">
        <pc:chgData name="MANUEL BARRAGAN VILLAREJO" userId="e219bb65-4134-4a25-9afb-9481b62e7fd2" providerId="ADAL" clId="{1DE198E3-74AF-4512-8AC3-C4861F77024D}" dt="2024-09-11T12:03:38.645" v="1519" actId="47"/>
        <pc:sldMkLst>
          <pc:docMk/>
          <pc:sldMk cId="1155241154" sldId="263"/>
        </pc:sldMkLst>
      </pc:sldChg>
      <pc:sldChg chg="modSp del mod">
        <pc:chgData name="MANUEL BARRAGAN VILLAREJO" userId="e219bb65-4134-4a25-9afb-9481b62e7fd2" providerId="ADAL" clId="{1DE198E3-74AF-4512-8AC3-C4861F77024D}" dt="2024-09-11T10:25:33.574" v="1276" actId="47"/>
        <pc:sldMkLst>
          <pc:docMk/>
          <pc:sldMk cId="3556170000" sldId="281"/>
        </pc:sldMkLst>
      </pc:sldChg>
      <pc:sldChg chg="addSp modSp mod">
        <pc:chgData name="MANUEL BARRAGAN VILLAREJO" userId="e219bb65-4134-4a25-9afb-9481b62e7fd2" providerId="ADAL" clId="{1DE198E3-74AF-4512-8AC3-C4861F77024D}" dt="2024-09-11T11:50:22.872" v="1336" actId="113"/>
        <pc:sldMkLst>
          <pc:docMk/>
          <pc:sldMk cId="3014965178" sldId="298"/>
        </pc:sldMkLst>
      </pc:sldChg>
      <pc:sldChg chg="addSp delSp modSp mod ord">
        <pc:chgData name="MANUEL BARRAGAN VILLAREJO" userId="e219bb65-4134-4a25-9afb-9481b62e7fd2" providerId="ADAL" clId="{1DE198E3-74AF-4512-8AC3-C4861F77024D}" dt="2024-09-11T12:00:24.096" v="1496" actId="14100"/>
        <pc:sldMkLst>
          <pc:docMk/>
          <pc:sldMk cId="3759211619" sldId="316"/>
        </pc:sldMkLst>
      </pc:sldChg>
      <pc:sldChg chg="addSp delSp modSp mod ord modShow">
        <pc:chgData name="MANUEL BARRAGAN VILLAREJO" userId="e219bb65-4134-4a25-9afb-9481b62e7fd2" providerId="ADAL" clId="{1DE198E3-74AF-4512-8AC3-C4861F77024D}" dt="2024-09-11T12:01:01.805" v="1505" actId="1076"/>
        <pc:sldMkLst>
          <pc:docMk/>
          <pc:sldMk cId="2782248818" sldId="317"/>
        </pc:sldMkLst>
      </pc:sldChg>
      <pc:sldChg chg="del">
        <pc:chgData name="MANUEL BARRAGAN VILLAREJO" userId="e219bb65-4134-4a25-9afb-9481b62e7fd2" providerId="ADAL" clId="{1DE198E3-74AF-4512-8AC3-C4861F77024D}" dt="2024-09-02T14:07:30.773" v="50" actId="47"/>
        <pc:sldMkLst>
          <pc:docMk/>
          <pc:sldMk cId="1572478815" sldId="318"/>
        </pc:sldMkLst>
      </pc:sldChg>
      <pc:sldChg chg="addSp delSp modSp mod">
        <pc:chgData name="MANUEL BARRAGAN VILLAREJO" userId="e219bb65-4134-4a25-9afb-9481b62e7fd2" providerId="ADAL" clId="{1DE198E3-74AF-4512-8AC3-C4861F77024D}" dt="2024-09-11T12:02:28.833" v="1518" actId="1076"/>
        <pc:sldMkLst>
          <pc:docMk/>
          <pc:sldMk cId="3700201368" sldId="325"/>
        </pc:sldMkLst>
      </pc:sldChg>
      <pc:sldChg chg="modSp ord">
        <pc:chgData name="MANUEL BARRAGAN VILLAREJO" userId="e219bb65-4134-4a25-9afb-9481b62e7fd2" providerId="ADAL" clId="{1DE198E3-74AF-4512-8AC3-C4861F77024D}" dt="2024-09-11T09:50:58.869" v="823" actId="20577"/>
        <pc:sldMkLst>
          <pc:docMk/>
          <pc:sldMk cId="1809270704" sldId="326"/>
        </pc:sldMkLst>
      </pc:sldChg>
      <pc:sldChg chg="del">
        <pc:chgData name="MANUEL BARRAGAN VILLAREJO" userId="e219bb65-4134-4a25-9afb-9481b62e7fd2" providerId="ADAL" clId="{1DE198E3-74AF-4512-8AC3-C4861F77024D}" dt="2024-09-11T10:25:08.253" v="1268" actId="47"/>
        <pc:sldMkLst>
          <pc:docMk/>
          <pc:sldMk cId="4144774082" sldId="328"/>
        </pc:sldMkLst>
      </pc:sldChg>
      <pc:sldChg chg="modSp mod">
        <pc:chgData name="MANUEL BARRAGAN VILLAREJO" userId="e219bb65-4134-4a25-9afb-9481b62e7fd2" providerId="ADAL" clId="{1DE198E3-74AF-4512-8AC3-C4861F77024D}" dt="2024-09-11T10:25:28.323" v="1275" actId="27636"/>
        <pc:sldMkLst>
          <pc:docMk/>
          <pc:sldMk cId="3795144743" sldId="329"/>
        </pc:sldMkLst>
      </pc:sldChg>
      <pc:sldChg chg="addSp modSp add mod">
        <pc:chgData name="MANUEL BARRAGAN VILLAREJO" userId="e219bb65-4134-4a25-9afb-9481b62e7fd2" providerId="ADAL" clId="{1DE198E3-74AF-4512-8AC3-C4861F77024D}" dt="2024-09-11T12:02:03.105" v="1516" actId="1076"/>
        <pc:sldMkLst>
          <pc:docMk/>
          <pc:sldMk cId="4154626657" sldId="330"/>
        </pc:sldMkLst>
      </pc:sldChg>
      <pc:sldChg chg="add del">
        <pc:chgData name="MANUEL BARRAGAN VILLAREJO" userId="e219bb65-4134-4a25-9afb-9481b62e7fd2" providerId="ADAL" clId="{1DE198E3-74AF-4512-8AC3-C4861F77024D}" dt="2024-09-02T14:07:00.302" v="49" actId="47"/>
        <pc:sldMkLst>
          <pc:docMk/>
          <pc:sldMk cId="689622136" sldId="331"/>
        </pc:sldMkLst>
      </pc:sldChg>
      <pc:sldChg chg="addSp modSp add mod">
        <pc:chgData name="MANUEL BARRAGAN VILLAREJO" userId="e219bb65-4134-4a25-9afb-9481b62e7fd2" providerId="ADAL" clId="{1DE198E3-74AF-4512-8AC3-C4861F77024D}" dt="2024-09-02T14:10:09.761" v="150" actId="14100"/>
        <pc:sldMkLst>
          <pc:docMk/>
          <pc:sldMk cId="2324527751" sldId="331"/>
        </pc:sldMkLst>
      </pc:sldChg>
      <pc:sldChg chg="modSp add mod">
        <pc:chgData name="MANUEL BARRAGAN VILLAREJO" userId="e219bb65-4134-4a25-9afb-9481b62e7fd2" providerId="ADAL" clId="{1DE198E3-74AF-4512-8AC3-C4861F77024D}" dt="2024-09-11T11:49:20.970" v="1290"/>
        <pc:sldMkLst>
          <pc:docMk/>
          <pc:sldMk cId="3187846963" sldId="333"/>
        </pc:sldMkLst>
      </pc:sldChg>
      <pc:sldChg chg="addSp modSp add mod modShow">
        <pc:chgData name="MANUEL BARRAGAN VILLAREJO" userId="e219bb65-4134-4a25-9afb-9481b62e7fd2" providerId="ADAL" clId="{1DE198E3-74AF-4512-8AC3-C4861F77024D}" dt="2024-09-11T09:28:10.880" v="653" actId="729"/>
        <pc:sldMkLst>
          <pc:docMk/>
          <pc:sldMk cId="2317400786" sldId="334"/>
        </pc:sldMkLst>
      </pc:sldChg>
      <pc:sldChg chg="delSp add del mod">
        <pc:chgData name="MANUEL BARRAGAN VILLAREJO" userId="e219bb65-4134-4a25-9afb-9481b62e7fd2" providerId="ADAL" clId="{1DE198E3-74AF-4512-8AC3-C4861F77024D}" dt="2024-09-11T09:26:35.264" v="651" actId="47"/>
        <pc:sldMkLst>
          <pc:docMk/>
          <pc:sldMk cId="2967477834" sldId="335"/>
        </pc:sldMkLst>
      </pc:sldChg>
      <pc:sldChg chg="addSp delSp modSp add mod modShow">
        <pc:chgData name="MANUEL BARRAGAN VILLAREJO" userId="e219bb65-4134-4a25-9afb-9481b62e7fd2" providerId="ADAL" clId="{1DE198E3-74AF-4512-8AC3-C4861F77024D}" dt="2024-09-11T09:28:17.266" v="654" actId="729"/>
        <pc:sldMkLst>
          <pc:docMk/>
          <pc:sldMk cId="2491808495" sldId="336"/>
        </pc:sldMkLst>
      </pc:sldChg>
      <pc:sldChg chg="addSp delSp modSp add mod">
        <pc:chgData name="MANUEL BARRAGAN VILLAREJO" userId="e219bb65-4134-4a25-9afb-9481b62e7fd2" providerId="ADAL" clId="{1DE198E3-74AF-4512-8AC3-C4861F77024D}" dt="2024-09-11T10:24:08.933" v="1264" actId="1076"/>
        <pc:sldMkLst>
          <pc:docMk/>
          <pc:sldMk cId="447559152" sldId="337"/>
        </pc:sldMkLst>
      </pc:sldChg>
      <pc:sldChg chg="modSp add">
        <pc:chgData name="MANUEL BARRAGAN VILLAREJO" userId="e219bb65-4134-4a25-9afb-9481b62e7fd2" providerId="ADAL" clId="{1DE198E3-74AF-4512-8AC3-C4861F77024D}" dt="2024-09-11T09:52:51.230" v="830" actId="20577"/>
        <pc:sldMkLst>
          <pc:docMk/>
          <pc:sldMk cId="4213691722" sldId="338"/>
        </pc:sldMkLst>
      </pc:sldChg>
      <pc:sldChg chg="add">
        <pc:chgData name="MANUEL BARRAGAN VILLAREJO" userId="e219bb65-4134-4a25-9afb-9481b62e7fd2" providerId="ADAL" clId="{1DE198E3-74AF-4512-8AC3-C4861F77024D}" dt="2024-09-11T10:25:35.634" v="1277"/>
        <pc:sldMkLst>
          <pc:docMk/>
          <pc:sldMk cId="1096553620" sldId="33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B329AD-C8F3-4541-B2FB-D7072A61B85D}" type="datetimeFigureOut">
              <a:rPr lang="es-ES" smtClean="0"/>
              <a:t>10/07/2025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4A0C76-D03E-41DE-935C-A3863EDDB6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719304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85F399-9174-4610-A103-514FDE06E79F}" type="datetimeFigureOut">
              <a:rPr lang="en-GB" smtClean="0"/>
              <a:t>10/07/2025</a:t>
            </a:fld>
            <a:endParaRPr lang="en-GB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A74C5E-DBB8-4596-BC21-FBA0C22AD3DD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47362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this scenario, VSCs, the main interface between renewable generation and the electrical system, have a very important role thanks to their control capacity. They can provide a series of ancillary services, which, together with energy storage systems, can address many challenges.</a:t>
            </a:r>
          </a:p>
          <a:p>
            <a:pPr rtl="0"/>
            <a:endParaRPr lang="es-ES" dirty="0"/>
          </a:p>
          <a:p>
            <a:pPr rtl="0"/>
            <a:r>
              <a:rPr lang="es-ES" dirty="0"/>
              <a:t>In </a:t>
            </a:r>
            <a:r>
              <a:rPr lang="es-ES" dirty="0" err="1"/>
              <a:t>this</a:t>
            </a:r>
            <a:r>
              <a:rPr lang="es-ES" dirty="0"/>
              <a:t> </a:t>
            </a:r>
            <a:r>
              <a:rPr lang="es-ES" dirty="0" err="1"/>
              <a:t>way</a:t>
            </a:r>
            <a:r>
              <a:rPr lang="es-ES" dirty="0"/>
              <a:t>, </a:t>
            </a:r>
            <a:r>
              <a:rPr lang="es-ES" dirty="0" err="1"/>
              <a:t>it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necessary</a:t>
            </a:r>
            <a:r>
              <a:rPr lang="es-ES" dirty="0"/>
              <a:t> to </a:t>
            </a:r>
            <a:r>
              <a:rPr lang="es-ES" dirty="0" err="1"/>
              <a:t>propose</a:t>
            </a:r>
            <a:r>
              <a:rPr lang="es-ES" dirty="0"/>
              <a:t> a control </a:t>
            </a:r>
            <a:r>
              <a:rPr lang="es-ES" dirty="0" err="1"/>
              <a:t>scheme</a:t>
            </a:r>
            <a:r>
              <a:rPr lang="es-ES" dirty="0"/>
              <a:t> </a:t>
            </a:r>
            <a:r>
              <a:rPr lang="es-ES" dirty="0" err="1"/>
              <a:t>that</a:t>
            </a:r>
            <a:r>
              <a:rPr lang="es-ES" dirty="0"/>
              <a:t> </a:t>
            </a:r>
            <a:r>
              <a:rPr lang="es-ES" dirty="0" err="1"/>
              <a:t>allows</a:t>
            </a:r>
            <a:r>
              <a:rPr lang="es-ES" dirty="0"/>
              <a:t> </a:t>
            </a:r>
            <a:r>
              <a:rPr lang="es-ES" dirty="0" err="1"/>
              <a:t>providing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different</a:t>
            </a:r>
            <a:r>
              <a:rPr lang="es-ES" dirty="0"/>
              <a:t> </a:t>
            </a:r>
            <a:r>
              <a:rPr lang="es-ES" dirty="0" err="1"/>
              <a:t>auxiliary</a:t>
            </a:r>
            <a:r>
              <a:rPr lang="es-ES" dirty="0"/>
              <a:t> </a:t>
            </a:r>
            <a:r>
              <a:rPr lang="es-ES" dirty="0" err="1"/>
              <a:t>services</a:t>
            </a:r>
            <a:r>
              <a:rPr lang="es-ES" dirty="0"/>
              <a:t> in </a:t>
            </a:r>
            <a:r>
              <a:rPr lang="es-ES" dirty="0" err="1"/>
              <a:t>the</a:t>
            </a:r>
            <a:r>
              <a:rPr lang="es-ES" dirty="0"/>
              <a:t> time </a:t>
            </a:r>
            <a:r>
              <a:rPr lang="es-ES" dirty="0" err="1"/>
              <a:t>range</a:t>
            </a:r>
            <a:r>
              <a:rPr lang="es-ES" dirty="0"/>
              <a:t> </a:t>
            </a:r>
            <a:r>
              <a:rPr lang="es-ES" dirty="0" err="1"/>
              <a:t>that</a:t>
            </a:r>
            <a:r>
              <a:rPr lang="es-ES" dirty="0"/>
              <a:t> </a:t>
            </a:r>
            <a:r>
              <a:rPr lang="es-ES" dirty="0" err="1"/>
              <a:t>corresponds</a:t>
            </a:r>
            <a:r>
              <a:rPr lang="es-ES" dirty="0"/>
              <a:t> to </a:t>
            </a:r>
            <a:r>
              <a:rPr lang="es-ES" dirty="0" err="1"/>
              <a:t>them</a:t>
            </a:r>
            <a:r>
              <a:rPr lang="es-ES" dirty="0"/>
              <a:t>, </a:t>
            </a:r>
            <a:r>
              <a:rPr lang="es-ES" dirty="0" err="1"/>
              <a:t>from</a:t>
            </a:r>
            <a:r>
              <a:rPr lang="es-ES" dirty="0"/>
              <a:t> </a:t>
            </a:r>
            <a:r>
              <a:rPr lang="es-ES" dirty="0" err="1"/>
              <a:t>services</a:t>
            </a:r>
            <a:r>
              <a:rPr lang="es-ES" dirty="0"/>
              <a:t> </a:t>
            </a:r>
            <a:r>
              <a:rPr lang="es-ES" dirty="0" err="1"/>
              <a:t>with</a:t>
            </a:r>
            <a:r>
              <a:rPr lang="es-ES" dirty="0"/>
              <a:t> </a:t>
            </a:r>
            <a:r>
              <a:rPr lang="es-ES" dirty="0" err="1"/>
              <a:t>very</a:t>
            </a:r>
            <a:r>
              <a:rPr lang="es-ES" dirty="0"/>
              <a:t> </a:t>
            </a:r>
            <a:r>
              <a:rPr lang="es-ES" dirty="0" err="1"/>
              <a:t>fast</a:t>
            </a:r>
            <a:r>
              <a:rPr lang="es-ES" dirty="0"/>
              <a:t> </a:t>
            </a:r>
            <a:r>
              <a:rPr lang="es-ES" dirty="0" err="1"/>
              <a:t>dynamics</a:t>
            </a:r>
            <a:r>
              <a:rPr lang="es-ES" dirty="0"/>
              <a:t>: </a:t>
            </a:r>
            <a:r>
              <a:rPr lang="es-ES" dirty="0" err="1"/>
              <a:t>electromagnetic</a:t>
            </a:r>
            <a:r>
              <a:rPr lang="es-ES" dirty="0"/>
              <a:t> </a:t>
            </a:r>
            <a:r>
              <a:rPr lang="es-ES" dirty="0" err="1"/>
              <a:t>flames</a:t>
            </a:r>
            <a:r>
              <a:rPr lang="es-ES" dirty="0"/>
              <a:t> to </a:t>
            </a:r>
            <a:r>
              <a:rPr lang="es-ES" dirty="0" err="1"/>
              <a:t>those</a:t>
            </a:r>
            <a:r>
              <a:rPr lang="es-ES" dirty="0"/>
              <a:t> </a:t>
            </a:r>
            <a:r>
              <a:rPr lang="es-ES" dirty="0" err="1"/>
              <a:t>whose</a:t>
            </a:r>
            <a:r>
              <a:rPr lang="es-ES" dirty="0"/>
              <a:t> </a:t>
            </a:r>
            <a:r>
              <a:rPr lang="es-ES" dirty="0" err="1"/>
              <a:t>dynamics</a:t>
            </a:r>
            <a:r>
              <a:rPr lang="es-ES" dirty="0"/>
              <a:t> are </a:t>
            </a:r>
            <a:r>
              <a:rPr lang="es-ES" dirty="0" err="1"/>
              <a:t>slower</a:t>
            </a:r>
            <a:r>
              <a:rPr lang="es-ES" dirty="0"/>
              <a:t> and </a:t>
            </a:r>
            <a:r>
              <a:rPr lang="es-ES" dirty="0" err="1"/>
              <a:t>classically</a:t>
            </a:r>
            <a:r>
              <a:rPr lang="es-ES" dirty="0"/>
              <a:t> </a:t>
            </a:r>
            <a:r>
              <a:rPr lang="es-ES" dirty="0" err="1"/>
              <a:t>characteristic</a:t>
            </a:r>
            <a:r>
              <a:rPr lang="es-ES" dirty="0"/>
              <a:t> of </a:t>
            </a:r>
            <a:r>
              <a:rPr lang="es-ES" dirty="0" err="1"/>
              <a:t>power</a:t>
            </a:r>
            <a:r>
              <a:rPr lang="es-ES" dirty="0"/>
              <a:t> </a:t>
            </a:r>
            <a:r>
              <a:rPr lang="es-ES" dirty="0" err="1"/>
              <a:t>systems</a:t>
            </a:r>
            <a:r>
              <a:rPr lang="es-ES" dirty="0"/>
              <a:t>.</a:t>
            </a:r>
          </a:p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00E8D7-BAD6-4B60-8DA9-4F4CCCD5922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0117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D29B9-3882-AD68-8CA8-4CCFADC98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A7664F8-F661-AA04-44C7-A00D8A5188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9D70774-BCED-F6AE-C07F-89C7AB8ACE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this scenario, VSCs, the main interface between renewable generation and the electrical system, have a very important role thanks to their control capacity. They can provide a series of ancillary services, which, together with energy storage systems, can address many challenges.</a:t>
            </a:r>
          </a:p>
          <a:p>
            <a:pPr rtl="0"/>
            <a:endParaRPr lang="es-ES" dirty="0"/>
          </a:p>
          <a:p>
            <a:pPr rtl="0"/>
            <a:r>
              <a:rPr lang="es-ES" dirty="0"/>
              <a:t>In </a:t>
            </a:r>
            <a:r>
              <a:rPr lang="es-ES" dirty="0" err="1"/>
              <a:t>this</a:t>
            </a:r>
            <a:r>
              <a:rPr lang="es-ES" dirty="0"/>
              <a:t> </a:t>
            </a:r>
            <a:r>
              <a:rPr lang="es-ES" dirty="0" err="1"/>
              <a:t>way</a:t>
            </a:r>
            <a:r>
              <a:rPr lang="es-ES" dirty="0"/>
              <a:t>, </a:t>
            </a:r>
            <a:r>
              <a:rPr lang="es-ES" dirty="0" err="1"/>
              <a:t>it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necessary</a:t>
            </a:r>
            <a:r>
              <a:rPr lang="es-ES" dirty="0"/>
              <a:t> to </a:t>
            </a:r>
            <a:r>
              <a:rPr lang="es-ES" dirty="0" err="1"/>
              <a:t>propose</a:t>
            </a:r>
            <a:r>
              <a:rPr lang="es-ES" dirty="0"/>
              <a:t> a control </a:t>
            </a:r>
            <a:r>
              <a:rPr lang="es-ES" dirty="0" err="1"/>
              <a:t>scheme</a:t>
            </a:r>
            <a:r>
              <a:rPr lang="es-ES" dirty="0"/>
              <a:t> </a:t>
            </a:r>
            <a:r>
              <a:rPr lang="es-ES" dirty="0" err="1"/>
              <a:t>that</a:t>
            </a:r>
            <a:r>
              <a:rPr lang="es-ES" dirty="0"/>
              <a:t> </a:t>
            </a:r>
            <a:r>
              <a:rPr lang="es-ES" dirty="0" err="1"/>
              <a:t>allows</a:t>
            </a:r>
            <a:r>
              <a:rPr lang="es-ES" dirty="0"/>
              <a:t> </a:t>
            </a:r>
            <a:r>
              <a:rPr lang="es-ES" dirty="0" err="1"/>
              <a:t>providing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different</a:t>
            </a:r>
            <a:r>
              <a:rPr lang="es-ES" dirty="0"/>
              <a:t> </a:t>
            </a:r>
            <a:r>
              <a:rPr lang="es-ES" dirty="0" err="1"/>
              <a:t>auxiliary</a:t>
            </a:r>
            <a:r>
              <a:rPr lang="es-ES" dirty="0"/>
              <a:t> </a:t>
            </a:r>
            <a:r>
              <a:rPr lang="es-ES" dirty="0" err="1"/>
              <a:t>services</a:t>
            </a:r>
            <a:r>
              <a:rPr lang="es-ES" dirty="0"/>
              <a:t> in </a:t>
            </a:r>
            <a:r>
              <a:rPr lang="es-ES" dirty="0" err="1"/>
              <a:t>the</a:t>
            </a:r>
            <a:r>
              <a:rPr lang="es-ES" dirty="0"/>
              <a:t> time </a:t>
            </a:r>
            <a:r>
              <a:rPr lang="es-ES" dirty="0" err="1"/>
              <a:t>range</a:t>
            </a:r>
            <a:r>
              <a:rPr lang="es-ES" dirty="0"/>
              <a:t> </a:t>
            </a:r>
            <a:r>
              <a:rPr lang="es-ES" dirty="0" err="1"/>
              <a:t>that</a:t>
            </a:r>
            <a:r>
              <a:rPr lang="es-ES" dirty="0"/>
              <a:t> </a:t>
            </a:r>
            <a:r>
              <a:rPr lang="es-ES" dirty="0" err="1"/>
              <a:t>corresponds</a:t>
            </a:r>
            <a:r>
              <a:rPr lang="es-ES" dirty="0"/>
              <a:t> to </a:t>
            </a:r>
            <a:r>
              <a:rPr lang="es-ES" dirty="0" err="1"/>
              <a:t>them</a:t>
            </a:r>
            <a:r>
              <a:rPr lang="es-ES" dirty="0"/>
              <a:t>, </a:t>
            </a:r>
            <a:r>
              <a:rPr lang="es-ES" dirty="0" err="1"/>
              <a:t>from</a:t>
            </a:r>
            <a:r>
              <a:rPr lang="es-ES" dirty="0"/>
              <a:t> </a:t>
            </a:r>
            <a:r>
              <a:rPr lang="es-ES" dirty="0" err="1"/>
              <a:t>services</a:t>
            </a:r>
            <a:r>
              <a:rPr lang="es-ES" dirty="0"/>
              <a:t> </a:t>
            </a:r>
            <a:r>
              <a:rPr lang="es-ES" dirty="0" err="1"/>
              <a:t>with</a:t>
            </a:r>
            <a:r>
              <a:rPr lang="es-ES" dirty="0"/>
              <a:t> </a:t>
            </a:r>
            <a:r>
              <a:rPr lang="es-ES" dirty="0" err="1"/>
              <a:t>very</a:t>
            </a:r>
            <a:r>
              <a:rPr lang="es-ES" dirty="0"/>
              <a:t> </a:t>
            </a:r>
            <a:r>
              <a:rPr lang="es-ES" dirty="0" err="1"/>
              <a:t>fast</a:t>
            </a:r>
            <a:r>
              <a:rPr lang="es-ES" dirty="0"/>
              <a:t> </a:t>
            </a:r>
            <a:r>
              <a:rPr lang="es-ES" dirty="0" err="1"/>
              <a:t>dynamics</a:t>
            </a:r>
            <a:r>
              <a:rPr lang="es-ES" dirty="0"/>
              <a:t>: </a:t>
            </a:r>
            <a:r>
              <a:rPr lang="es-ES" dirty="0" err="1"/>
              <a:t>electromagnetic</a:t>
            </a:r>
            <a:r>
              <a:rPr lang="es-ES" dirty="0"/>
              <a:t> </a:t>
            </a:r>
            <a:r>
              <a:rPr lang="es-ES" dirty="0" err="1"/>
              <a:t>flames</a:t>
            </a:r>
            <a:r>
              <a:rPr lang="es-ES" dirty="0"/>
              <a:t> to </a:t>
            </a:r>
            <a:r>
              <a:rPr lang="es-ES" dirty="0" err="1"/>
              <a:t>those</a:t>
            </a:r>
            <a:r>
              <a:rPr lang="es-ES" dirty="0"/>
              <a:t> </a:t>
            </a:r>
            <a:r>
              <a:rPr lang="es-ES" dirty="0" err="1"/>
              <a:t>whose</a:t>
            </a:r>
            <a:r>
              <a:rPr lang="es-ES" dirty="0"/>
              <a:t> </a:t>
            </a:r>
            <a:r>
              <a:rPr lang="es-ES" dirty="0" err="1"/>
              <a:t>dynamics</a:t>
            </a:r>
            <a:r>
              <a:rPr lang="es-ES" dirty="0"/>
              <a:t> are </a:t>
            </a:r>
            <a:r>
              <a:rPr lang="es-ES" dirty="0" err="1"/>
              <a:t>slower</a:t>
            </a:r>
            <a:r>
              <a:rPr lang="es-ES" dirty="0"/>
              <a:t> and </a:t>
            </a:r>
            <a:r>
              <a:rPr lang="es-ES" dirty="0" err="1"/>
              <a:t>classically</a:t>
            </a:r>
            <a:r>
              <a:rPr lang="es-ES" dirty="0"/>
              <a:t> </a:t>
            </a:r>
            <a:r>
              <a:rPr lang="es-ES" dirty="0" err="1"/>
              <a:t>characteristic</a:t>
            </a:r>
            <a:r>
              <a:rPr lang="es-ES" dirty="0"/>
              <a:t> of </a:t>
            </a:r>
            <a:r>
              <a:rPr lang="es-ES" dirty="0" err="1"/>
              <a:t>power</a:t>
            </a:r>
            <a:r>
              <a:rPr lang="es-ES" dirty="0"/>
              <a:t> </a:t>
            </a:r>
            <a:r>
              <a:rPr lang="es-ES" dirty="0" err="1"/>
              <a:t>systems</a:t>
            </a:r>
            <a:r>
              <a:rPr lang="es-ES" dirty="0"/>
              <a:t>.</a:t>
            </a:r>
          </a:p>
          <a:p>
            <a:endParaRPr lang="en-GB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65B0B5A-0228-5391-E496-8DDB5326F7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00E8D7-BAD6-4B60-8DA9-4F4CCCD5922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1953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90B0E-44C5-9974-CCFE-6573A0712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88A9E7D-E511-687D-CEC0-C9568FAC58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07E84D3-7126-F968-C1A6-AFD48C3065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this scenario, VSCs, the main interface between renewable generation and the electrical system, have a very important role thanks to their control capacity. They can provide a series of ancillary services, which, together with energy storage systems, can address many challenges.</a:t>
            </a:r>
          </a:p>
          <a:p>
            <a:pPr rtl="0"/>
            <a:endParaRPr lang="es-ES" dirty="0"/>
          </a:p>
          <a:p>
            <a:pPr rtl="0"/>
            <a:r>
              <a:rPr lang="es-ES" dirty="0"/>
              <a:t>In </a:t>
            </a:r>
            <a:r>
              <a:rPr lang="es-ES" dirty="0" err="1"/>
              <a:t>this</a:t>
            </a:r>
            <a:r>
              <a:rPr lang="es-ES" dirty="0"/>
              <a:t> </a:t>
            </a:r>
            <a:r>
              <a:rPr lang="es-ES" dirty="0" err="1"/>
              <a:t>way</a:t>
            </a:r>
            <a:r>
              <a:rPr lang="es-ES" dirty="0"/>
              <a:t>, </a:t>
            </a:r>
            <a:r>
              <a:rPr lang="es-ES" dirty="0" err="1"/>
              <a:t>it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necessary</a:t>
            </a:r>
            <a:r>
              <a:rPr lang="es-ES" dirty="0"/>
              <a:t> to </a:t>
            </a:r>
            <a:r>
              <a:rPr lang="es-ES" dirty="0" err="1"/>
              <a:t>propose</a:t>
            </a:r>
            <a:r>
              <a:rPr lang="es-ES" dirty="0"/>
              <a:t> a control </a:t>
            </a:r>
            <a:r>
              <a:rPr lang="es-ES" dirty="0" err="1"/>
              <a:t>scheme</a:t>
            </a:r>
            <a:r>
              <a:rPr lang="es-ES" dirty="0"/>
              <a:t> </a:t>
            </a:r>
            <a:r>
              <a:rPr lang="es-ES" dirty="0" err="1"/>
              <a:t>that</a:t>
            </a:r>
            <a:r>
              <a:rPr lang="es-ES" dirty="0"/>
              <a:t> </a:t>
            </a:r>
            <a:r>
              <a:rPr lang="es-ES" dirty="0" err="1"/>
              <a:t>allows</a:t>
            </a:r>
            <a:r>
              <a:rPr lang="es-ES" dirty="0"/>
              <a:t> </a:t>
            </a:r>
            <a:r>
              <a:rPr lang="es-ES" dirty="0" err="1"/>
              <a:t>providing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different</a:t>
            </a:r>
            <a:r>
              <a:rPr lang="es-ES" dirty="0"/>
              <a:t> </a:t>
            </a:r>
            <a:r>
              <a:rPr lang="es-ES" dirty="0" err="1"/>
              <a:t>auxiliary</a:t>
            </a:r>
            <a:r>
              <a:rPr lang="es-ES" dirty="0"/>
              <a:t> </a:t>
            </a:r>
            <a:r>
              <a:rPr lang="es-ES" dirty="0" err="1"/>
              <a:t>services</a:t>
            </a:r>
            <a:r>
              <a:rPr lang="es-ES" dirty="0"/>
              <a:t> in </a:t>
            </a:r>
            <a:r>
              <a:rPr lang="es-ES" dirty="0" err="1"/>
              <a:t>the</a:t>
            </a:r>
            <a:r>
              <a:rPr lang="es-ES" dirty="0"/>
              <a:t> time </a:t>
            </a:r>
            <a:r>
              <a:rPr lang="es-ES" dirty="0" err="1"/>
              <a:t>range</a:t>
            </a:r>
            <a:r>
              <a:rPr lang="es-ES" dirty="0"/>
              <a:t> </a:t>
            </a:r>
            <a:r>
              <a:rPr lang="es-ES" dirty="0" err="1"/>
              <a:t>that</a:t>
            </a:r>
            <a:r>
              <a:rPr lang="es-ES" dirty="0"/>
              <a:t> </a:t>
            </a:r>
            <a:r>
              <a:rPr lang="es-ES" dirty="0" err="1"/>
              <a:t>corresponds</a:t>
            </a:r>
            <a:r>
              <a:rPr lang="es-ES" dirty="0"/>
              <a:t> to </a:t>
            </a:r>
            <a:r>
              <a:rPr lang="es-ES" dirty="0" err="1"/>
              <a:t>them</a:t>
            </a:r>
            <a:r>
              <a:rPr lang="es-ES" dirty="0"/>
              <a:t>, </a:t>
            </a:r>
            <a:r>
              <a:rPr lang="es-ES" dirty="0" err="1"/>
              <a:t>from</a:t>
            </a:r>
            <a:r>
              <a:rPr lang="es-ES" dirty="0"/>
              <a:t> </a:t>
            </a:r>
            <a:r>
              <a:rPr lang="es-ES" dirty="0" err="1"/>
              <a:t>services</a:t>
            </a:r>
            <a:r>
              <a:rPr lang="es-ES" dirty="0"/>
              <a:t> </a:t>
            </a:r>
            <a:r>
              <a:rPr lang="es-ES" dirty="0" err="1"/>
              <a:t>with</a:t>
            </a:r>
            <a:r>
              <a:rPr lang="es-ES" dirty="0"/>
              <a:t> </a:t>
            </a:r>
            <a:r>
              <a:rPr lang="es-ES" dirty="0" err="1"/>
              <a:t>very</a:t>
            </a:r>
            <a:r>
              <a:rPr lang="es-ES" dirty="0"/>
              <a:t> </a:t>
            </a:r>
            <a:r>
              <a:rPr lang="es-ES" dirty="0" err="1"/>
              <a:t>fast</a:t>
            </a:r>
            <a:r>
              <a:rPr lang="es-ES" dirty="0"/>
              <a:t> </a:t>
            </a:r>
            <a:r>
              <a:rPr lang="es-ES" dirty="0" err="1"/>
              <a:t>dynamics</a:t>
            </a:r>
            <a:r>
              <a:rPr lang="es-ES" dirty="0"/>
              <a:t>: </a:t>
            </a:r>
            <a:r>
              <a:rPr lang="es-ES" dirty="0" err="1"/>
              <a:t>electromagnetic</a:t>
            </a:r>
            <a:r>
              <a:rPr lang="es-ES" dirty="0"/>
              <a:t> </a:t>
            </a:r>
            <a:r>
              <a:rPr lang="es-ES" dirty="0" err="1"/>
              <a:t>flames</a:t>
            </a:r>
            <a:r>
              <a:rPr lang="es-ES" dirty="0"/>
              <a:t> to </a:t>
            </a:r>
            <a:r>
              <a:rPr lang="es-ES" dirty="0" err="1"/>
              <a:t>those</a:t>
            </a:r>
            <a:r>
              <a:rPr lang="es-ES" dirty="0"/>
              <a:t> </a:t>
            </a:r>
            <a:r>
              <a:rPr lang="es-ES" dirty="0" err="1"/>
              <a:t>whose</a:t>
            </a:r>
            <a:r>
              <a:rPr lang="es-ES" dirty="0"/>
              <a:t> </a:t>
            </a:r>
            <a:r>
              <a:rPr lang="es-ES" dirty="0" err="1"/>
              <a:t>dynamics</a:t>
            </a:r>
            <a:r>
              <a:rPr lang="es-ES" dirty="0"/>
              <a:t> are </a:t>
            </a:r>
            <a:r>
              <a:rPr lang="es-ES" dirty="0" err="1"/>
              <a:t>slower</a:t>
            </a:r>
            <a:r>
              <a:rPr lang="es-ES" dirty="0"/>
              <a:t> and </a:t>
            </a:r>
            <a:r>
              <a:rPr lang="es-ES" dirty="0" err="1"/>
              <a:t>classically</a:t>
            </a:r>
            <a:r>
              <a:rPr lang="es-ES" dirty="0"/>
              <a:t> </a:t>
            </a:r>
            <a:r>
              <a:rPr lang="es-ES" dirty="0" err="1"/>
              <a:t>characteristic</a:t>
            </a:r>
            <a:r>
              <a:rPr lang="es-ES" dirty="0"/>
              <a:t> of </a:t>
            </a:r>
            <a:r>
              <a:rPr lang="es-ES" dirty="0" err="1"/>
              <a:t>power</a:t>
            </a:r>
            <a:r>
              <a:rPr lang="es-ES" dirty="0"/>
              <a:t> </a:t>
            </a:r>
            <a:r>
              <a:rPr lang="es-ES" dirty="0" err="1"/>
              <a:t>systems</a:t>
            </a:r>
            <a:r>
              <a:rPr lang="es-ES" dirty="0"/>
              <a:t>.</a:t>
            </a:r>
          </a:p>
          <a:p>
            <a:endParaRPr lang="en-GB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FCCCCFE-D9DF-1B9B-3A51-D0F35C97B9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00E8D7-BAD6-4B60-8DA9-4F4CCCD5922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1290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3D916-76E2-BB7F-F7C1-978E0824D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D9AC99A-E5C0-1DD8-42A8-33C02B5BE3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FCBA5C5-F8A0-2E51-7879-41BF32EF46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this scenario, VSCs, the main interface between renewable generation and the electrical system, have a very important role thanks to their control capacity. They can provide a series of ancillary services, which, together with energy storage systems, can address many challenges.</a:t>
            </a:r>
          </a:p>
          <a:p>
            <a:pPr rtl="0"/>
            <a:endParaRPr lang="es-ES" dirty="0"/>
          </a:p>
          <a:p>
            <a:pPr rtl="0"/>
            <a:r>
              <a:rPr lang="es-ES" dirty="0"/>
              <a:t>In </a:t>
            </a:r>
            <a:r>
              <a:rPr lang="es-ES" dirty="0" err="1"/>
              <a:t>this</a:t>
            </a:r>
            <a:r>
              <a:rPr lang="es-ES" dirty="0"/>
              <a:t> </a:t>
            </a:r>
            <a:r>
              <a:rPr lang="es-ES" dirty="0" err="1"/>
              <a:t>way</a:t>
            </a:r>
            <a:r>
              <a:rPr lang="es-ES" dirty="0"/>
              <a:t>, </a:t>
            </a:r>
            <a:r>
              <a:rPr lang="es-ES" dirty="0" err="1"/>
              <a:t>it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necessary</a:t>
            </a:r>
            <a:r>
              <a:rPr lang="es-ES" dirty="0"/>
              <a:t> to </a:t>
            </a:r>
            <a:r>
              <a:rPr lang="es-ES" dirty="0" err="1"/>
              <a:t>propose</a:t>
            </a:r>
            <a:r>
              <a:rPr lang="es-ES" dirty="0"/>
              <a:t> a control </a:t>
            </a:r>
            <a:r>
              <a:rPr lang="es-ES" dirty="0" err="1"/>
              <a:t>scheme</a:t>
            </a:r>
            <a:r>
              <a:rPr lang="es-ES" dirty="0"/>
              <a:t> </a:t>
            </a:r>
            <a:r>
              <a:rPr lang="es-ES" dirty="0" err="1"/>
              <a:t>that</a:t>
            </a:r>
            <a:r>
              <a:rPr lang="es-ES" dirty="0"/>
              <a:t> </a:t>
            </a:r>
            <a:r>
              <a:rPr lang="es-ES" dirty="0" err="1"/>
              <a:t>allows</a:t>
            </a:r>
            <a:r>
              <a:rPr lang="es-ES" dirty="0"/>
              <a:t> </a:t>
            </a:r>
            <a:r>
              <a:rPr lang="es-ES" dirty="0" err="1"/>
              <a:t>providing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different</a:t>
            </a:r>
            <a:r>
              <a:rPr lang="es-ES" dirty="0"/>
              <a:t> </a:t>
            </a:r>
            <a:r>
              <a:rPr lang="es-ES" dirty="0" err="1"/>
              <a:t>auxiliary</a:t>
            </a:r>
            <a:r>
              <a:rPr lang="es-ES" dirty="0"/>
              <a:t> </a:t>
            </a:r>
            <a:r>
              <a:rPr lang="es-ES" dirty="0" err="1"/>
              <a:t>services</a:t>
            </a:r>
            <a:r>
              <a:rPr lang="es-ES" dirty="0"/>
              <a:t> in </a:t>
            </a:r>
            <a:r>
              <a:rPr lang="es-ES" dirty="0" err="1"/>
              <a:t>the</a:t>
            </a:r>
            <a:r>
              <a:rPr lang="es-ES" dirty="0"/>
              <a:t> time </a:t>
            </a:r>
            <a:r>
              <a:rPr lang="es-ES" dirty="0" err="1"/>
              <a:t>range</a:t>
            </a:r>
            <a:r>
              <a:rPr lang="es-ES" dirty="0"/>
              <a:t> </a:t>
            </a:r>
            <a:r>
              <a:rPr lang="es-ES" dirty="0" err="1"/>
              <a:t>that</a:t>
            </a:r>
            <a:r>
              <a:rPr lang="es-ES" dirty="0"/>
              <a:t> </a:t>
            </a:r>
            <a:r>
              <a:rPr lang="es-ES" dirty="0" err="1"/>
              <a:t>corresponds</a:t>
            </a:r>
            <a:r>
              <a:rPr lang="es-ES" dirty="0"/>
              <a:t> to </a:t>
            </a:r>
            <a:r>
              <a:rPr lang="es-ES" dirty="0" err="1"/>
              <a:t>them</a:t>
            </a:r>
            <a:r>
              <a:rPr lang="es-ES" dirty="0"/>
              <a:t>, </a:t>
            </a:r>
            <a:r>
              <a:rPr lang="es-ES" dirty="0" err="1"/>
              <a:t>from</a:t>
            </a:r>
            <a:r>
              <a:rPr lang="es-ES" dirty="0"/>
              <a:t> </a:t>
            </a:r>
            <a:r>
              <a:rPr lang="es-ES" dirty="0" err="1"/>
              <a:t>services</a:t>
            </a:r>
            <a:r>
              <a:rPr lang="es-ES" dirty="0"/>
              <a:t> </a:t>
            </a:r>
            <a:r>
              <a:rPr lang="es-ES" dirty="0" err="1"/>
              <a:t>with</a:t>
            </a:r>
            <a:r>
              <a:rPr lang="es-ES" dirty="0"/>
              <a:t> </a:t>
            </a:r>
            <a:r>
              <a:rPr lang="es-ES" dirty="0" err="1"/>
              <a:t>very</a:t>
            </a:r>
            <a:r>
              <a:rPr lang="es-ES" dirty="0"/>
              <a:t> </a:t>
            </a:r>
            <a:r>
              <a:rPr lang="es-ES" dirty="0" err="1"/>
              <a:t>fast</a:t>
            </a:r>
            <a:r>
              <a:rPr lang="es-ES" dirty="0"/>
              <a:t> </a:t>
            </a:r>
            <a:r>
              <a:rPr lang="es-ES" dirty="0" err="1"/>
              <a:t>dynamics</a:t>
            </a:r>
            <a:r>
              <a:rPr lang="es-ES" dirty="0"/>
              <a:t>: </a:t>
            </a:r>
            <a:r>
              <a:rPr lang="es-ES" dirty="0" err="1"/>
              <a:t>electromagnetic</a:t>
            </a:r>
            <a:r>
              <a:rPr lang="es-ES" dirty="0"/>
              <a:t> </a:t>
            </a:r>
            <a:r>
              <a:rPr lang="es-ES" dirty="0" err="1"/>
              <a:t>flames</a:t>
            </a:r>
            <a:r>
              <a:rPr lang="es-ES" dirty="0"/>
              <a:t> to </a:t>
            </a:r>
            <a:r>
              <a:rPr lang="es-ES" dirty="0" err="1"/>
              <a:t>those</a:t>
            </a:r>
            <a:r>
              <a:rPr lang="es-ES" dirty="0"/>
              <a:t> </a:t>
            </a:r>
            <a:r>
              <a:rPr lang="es-ES" dirty="0" err="1"/>
              <a:t>whose</a:t>
            </a:r>
            <a:r>
              <a:rPr lang="es-ES" dirty="0"/>
              <a:t> </a:t>
            </a:r>
            <a:r>
              <a:rPr lang="es-ES" dirty="0" err="1"/>
              <a:t>dynamics</a:t>
            </a:r>
            <a:r>
              <a:rPr lang="es-ES" dirty="0"/>
              <a:t> are </a:t>
            </a:r>
            <a:r>
              <a:rPr lang="es-ES" dirty="0" err="1"/>
              <a:t>slower</a:t>
            </a:r>
            <a:r>
              <a:rPr lang="es-ES" dirty="0"/>
              <a:t> and </a:t>
            </a:r>
            <a:r>
              <a:rPr lang="es-ES" dirty="0" err="1"/>
              <a:t>classically</a:t>
            </a:r>
            <a:r>
              <a:rPr lang="es-ES" dirty="0"/>
              <a:t> </a:t>
            </a:r>
            <a:r>
              <a:rPr lang="es-ES" dirty="0" err="1"/>
              <a:t>characteristic</a:t>
            </a:r>
            <a:r>
              <a:rPr lang="es-ES" dirty="0"/>
              <a:t> of </a:t>
            </a:r>
            <a:r>
              <a:rPr lang="es-ES" dirty="0" err="1"/>
              <a:t>power</a:t>
            </a:r>
            <a:r>
              <a:rPr lang="es-ES" dirty="0"/>
              <a:t> </a:t>
            </a:r>
            <a:r>
              <a:rPr lang="es-ES" dirty="0" err="1"/>
              <a:t>systems</a:t>
            </a:r>
            <a:r>
              <a:rPr lang="es-ES" dirty="0"/>
              <a:t>.</a:t>
            </a:r>
          </a:p>
          <a:p>
            <a:endParaRPr lang="en-GB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236A30E-AFE3-B7E6-0B33-CA62DCC16F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00E8D7-BAD6-4B60-8DA9-4F4CCCD5922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8180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2175312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4654987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2087418" y="6354619"/>
            <a:ext cx="7980218" cy="360218"/>
          </a:xfrm>
        </p:spPr>
        <p:txBody>
          <a:bodyPr/>
          <a:lstStyle/>
          <a:p>
            <a:r>
              <a:rPr lang="es-ES" dirty="0" err="1"/>
              <a:t>This</a:t>
            </a:r>
            <a:r>
              <a:rPr lang="es-ES" dirty="0"/>
              <a:t> </a:t>
            </a:r>
            <a:r>
              <a:rPr lang="es-ES" dirty="0" err="1"/>
              <a:t>project</a:t>
            </a:r>
            <a:r>
              <a:rPr lang="es-ES" dirty="0"/>
              <a:t> has </a:t>
            </a:r>
            <a:r>
              <a:rPr lang="es-ES" dirty="0" err="1"/>
              <a:t>received</a:t>
            </a:r>
            <a:r>
              <a:rPr lang="es-ES" dirty="0"/>
              <a:t> </a:t>
            </a:r>
            <a:r>
              <a:rPr lang="es-ES" dirty="0" err="1"/>
              <a:t>funding</a:t>
            </a:r>
            <a:r>
              <a:rPr lang="es-ES" dirty="0"/>
              <a:t> </a:t>
            </a:r>
            <a:r>
              <a:rPr lang="es-ES" dirty="0" err="1"/>
              <a:t>from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European</a:t>
            </a:r>
            <a:r>
              <a:rPr lang="es-ES" dirty="0"/>
              <a:t> </a:t>
            </a:r>
            <a:r>
              <a:rPr lang="es-ES" dirty="0" err="1"/>
              <a:t>Union’s</a:t>
            </a:r>
            <a:r>
              <a:rPr lang="es-ES" dirty="0"/>
              <a:t> </a:t>
            </a:r>
            <a:r>
              <a:rPr lang="es-ES" dirty="0" err="1"/>
              <a:t>Horizon</a:t>
            </a:r>
            <a:r>
              <a:rPr lang="es-ES" dirty="0"/>
              <a:t> </a:t>
            </a:r>
            <a:r>
              <a:rPr lang="es-ES" dirty="0" err="1"/>
              <a:t>Widening</a:t>
            </a:r>
            <a:r>
              <a:rPr lang="es-ES" dirty="0"/>
              <a:t> </a:t>
            </a:r>
            <a:r>
              <a:rPr lang="es-ES" dirty="0" err="1"/>
              <a:t>participation</a:t>
            </a:r>
            <a:r>
              <a:rPr lang="es-ES" dirty="0"/>
              <a:t> and </a:t>
            </a:r>
            <a:r>
              <a:rPr lang="es-ES" dirty="0" err="1"/>
              <a:t>spreading</a:t>
            </a:r>
            <a:r>
              <a:rPr lang="es-ES" dirty="0"/>
              <a:t> </a:t>
            </a:r>
            <a:r>
              <a:rPr lang="es-ES" dirty="0" err="1"/>
              <a:t>excellence</a:t>
            </a:r>
            <a:r>
              <a:rPr lang="es-ES" dirty="0"/>
              <a:t> </a:t>
            </a:r>
            <a:r>
              <a:rPr lang="es-ES" dirty="0" err="1"/>
              <a:t>programme</a:t>
            </a:r>
            <a:r>
              <a:rPr lang="es-ES" dirty="0"/>
              <a:t> </a:t>
            </a:r>
            <a:r>
              <a:rPr lang="es-ES" dirty="0" err="1"/>
              <a:t>under</a:t>
            </a:r>
            <a:r>
              <a:rPr lang="es-ES" dirty="0"/>
              <a:t> </a:t>
            </a:r>
            <a:r>
              <a:rPr lang="es-ES" dirty="0" err="1"/>
              <a:t>grant</a:t>
            </a:r>
            <a:r>
              <a:rPr lang="es-ES" dirty="0"/>
              <a:t> </a:t>
            </a:r>
            <a:r>
              <a:rPr lang="es-ES" dirty="0" err="1"/>
              <a:t>agreement</a:t>
            </a:r>
            <a:r>
              <a:rPr lang="es-ES" dirty="0"/>
              <a:t> No. 101079200</a:t>
            </a:r>
          </a:p>
        </p:txBody>
      </p:sp>
      <p:pic>
        <p:nvPicPr>
          <p:cNvPr id="7" name="Imagen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937" b="3279"/>
          <a:stretch/>
        </p:blipFill>
        <p:spPr>
          <a:xfrm>
            <a:off x="1039090" y="6277343"/>
            <a:ext cx="678873" cy="474439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64" b="11656"/>
          <a:stretch/>
        </p:blipFill>
        <p:spPr>
          <a:xfrm>
            <a:off x="4449616" y="0"/>
            <a:ext cx="2634673" cy="2096656"/>
          </a:xfrm>
          <a:prstGeom prst="rect">
            <a:avLst/>
          </a:prstGeom>
        </p:spPr>
      </p:pic>
      <p:pic>
        <p:nvPicPr>
          <p:cNvPr id="9" name="Picture 2" descr="http://www.sevilladiario.com/files/logoUS_32.jpg"/>
          <p:cNvPicPr>
            <a:picLocks noChangeAspect="1" noChangeArrowheads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42"/>
          <a:stretch/>
        </p:blipFill>
        <p:spPr bwMode="auto">
          <a:xfrm>
            <a:off x="11262521" y="6117996"/>
            <a:ext cx="799320" cy="657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2162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D527B-7932-41F4-A031-049D20E82D5D}" type="slidenum">
              <a:rPr lang="es-ES" smtClean="0"/>
              <a:t>‹Nº›</a:t>
            </a:fld>
            <a:endParaRPr lang="es-ES"/>
          </a:p>
        </p:txBody>
      </p:sp>
      <p:sp>
        <p:nvSpPr>
          <p:cNvPr id="7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2087418" y="6354619"/>
            <a:ext cx="7980218" cy="360218"/>
          </a:xfrm>
        </p:spPr>
        <p:txBody>
          <a:bodyPr/>
          <a:lstStyle/>
          <a:p>
            <a:r>
              <a:rPr lang="es-ES" dirty="0" err="1"/>
              <a:t>This</a:t>
            </a:r>
            <a:r>
              <a:rPr lang="es-ES" dirty="0"/>
              <a:t> </a:t>
            </a:r>
            <a:r>
              <a:rPr lang="es-ES" dirty="0" err="1"/>
              <a:t>project</a:t>
            </a:r>
            <a:r>
              <a:rPr lang="es-ES" dirty="0"/>
              <a:t> has </a:t>
            </a:r>
            <a:r>
              <a:rPr lang="es-ES" dirty="0" err="1"/>
              <a:t>received</a:t>
            </a:r>
            <a:r>
              <a:rPr lang="es-ES" dirty="0"/>
              <a:t> </a:t>
            </a:r>
            <a:r>
              <a:rPr lang="es-ES" dirty="0" err="1"/>
              <a:t>funding</a:t>
            </a:r>
            <a:r>
              <a:rPr lang="es-ES" dirty="0"/>
              <a:t> </a:t>
            </a:r>
            <a:r>
              <a:rPr lang="es-ES" dirty="0" err="1"/>
              <a:t>from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European</a:t>
            </a:r>
            <a:r>
              <a:rPr lang="es-ES" dirty="0"/>
              <a:t> </a:t>
            </a:r>
            <a:r>
              <a:rPr lang="es-ES" dirty="0" err="1"/>
              <a:t>Union’s</a:t>
            </a:r>
            <a:r>
              <a:rPr lang="es-ES" dirty="0"/>
              <a:t> </a:t>
            </a:r>
            <a:r>
              <a:rPr lang="es-ES" dirty="0" err="1"/>
              <a:t>Horizon</a:t>
            </a:r>
            <a:r>
              <a:rPr lang="es-ES" dirty="0"/>
              <a:t> </a:t>
            </a:r>
            <a:r>
              <a:rPr lang="es-ES" dirty="0" err="1"/>
              <a:t>Widening</a:t>
            </a:r>
            <a:r>
              <a:rPr lang="es-ES" dirty="0"/>
              <a:t> </a:t>
            </a:r>
            <a:r>
              <a:rPr lang="es-ES" dirty="0" err="1"/>
              <a:t>participation</a:t>
            </a:r>
            <a:r>
              <a:rPr lang="es-ES" dirty="0"/>
              <a:t> and </a:t>
            </a:r>
            <a:r>
              <a:rPr lang="es-ES" dirty="0" err="1"/>
              <a:t>spreading</a:t>
            </a:r>
            <a:r>
              <a:rPr lang="es-ES" dirty="0"/>
              <a:t> </a:t>
            </a:r>
            <a:r>
              <a:rPr lang="es-ES" dirty="0" err="1"/>
              <a:t>excellence</a:t>
            </a:r>
            <a:r>
              <a:rPr lang="es-ES" dirty="0"/>
              <a:t> </a:t>
            </a:r>
            <a:r>
              <a:rPr lang="es-ES" dirty="0" err="1"/>
              <a:t>programme</a:t>
            </a:r>
            <a:r>
              <a:rPr lang="es-ES" dirty="0"/>
              <a:t> </a:t>
            </a:r>
            <a:r>
              <a:rPr lang="es-ES" dirty="0" err="1"/>
              <a:t>under</a:t>
            </a:r>
            <a:r>
              <a:rPr lang="es-ES" dirty="0"/>
              <a:t> </a:t>
            </a:r>
            <a:r>
              <a:rPr lang="es-ES" dirty="0" err="1"/>
              <a:t>grant</a:t>
            </a:r>
            <a:r>
              <a:rPr lang="es-ES" dirty="0"/>
              <a:t> </a:t>
            </a:r>
            <a:r>
              <a:rPr lang="es-ES" dirty="0" err="1"/>
              <a:t>agreement</a:t>
            </a:r>
            <a:r>
              <a:rPr lang="es-ES" dirty="0"/>
              <a:t> No. 101079200</a:t>
            </a:r>
          </a:p>
        </p:txBody>
      </p:sp>
      <p:pic>
        <p:nvPicPr>
          <p:cNvPr id="8" name="Imagen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937" b="3279"/>
          <a:stretch/>
        </p:blipFill>
        <p:spPr>
          <a:xfrm>
            <a:off x="1039090" y="6277343"/>
            <a:ext cx="678873" cy="474439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64" b="11656"/>
          <a:stretch/>
        </p:blipFill>
        <p:spPr>
          <a:xfrm>
            <a:off x="10942782" y="101601"/>
            <a:ext cx="1172255" cy="932873"/>
          </a:xfrm>
          <a:prstGeom prst="rect">
            <a:avLst/>
          </a:prstGeom>
        </p:spPr>
      </p:pic>
      <p:pic>
        <p:nvPicPr>
          <p:cNvPr id="10" name="Picture 2" descr="http://www.sevilladiario.com/files/logoUS_32.jpg"/>
          <p:cNvPicPr>
            <a:picLocks noChangeAspect="1" noChangeArrowheads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42"/>
          <a:stretch/>
        </p:blipFill>
        <p:spPr bwMode="auto">
          <a:xfrm>
            <a:off x="11262521" y="6117996"/>
            <a:ext cx="799320" cy="657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7737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D527B-7932-41F4-A031-049D20E82D5D}" type="slidenum">
              <a:rPr lang="es-ES" smtClean="0"/>
              <a:t>‹Nº›</a:t>
            </a:fld>
            <a:endParaRPr lang="es-ES"/>
          </a:p>
        </p:txBody>
      </p:sp>
      <p:sp>
        <p:nvSpPr>
          <p:cNvPr id="7" name="Marcador de pie de página 4"/>
          <p:cNvSpPr txBox="1">
            <a:spLocks/>
          </p:cNvSpPr>
          <p:nvPr userDrawn="1"/>
        </p:nvSpPr>
        <p:spPr>
          <a:xfrm>
            <a:off x="2087418" y="6354619"/>
            <a:ext cx="7980218" cy="3602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This project has received funding from the European Union’s Horizon Widening participation and spreading excellence programme under grant agreement No. 101079200</a:t>
            </a:r>
          </a:p>
        </p:txBody>
      </p:sp>
      <p:pic>
        <p:nvPicPr>
          <p:cNvPr id="8" name="Imagen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937" b="3279"/>
          <a:stretch/>
        </p:blipFill>
        <p:spPr>
          <a:xfrm>
            <a:off x="1039090" y="6277343"/>
            <a:ext cx="678873" cy="474439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64" b="11656"/>
          <a:stretch/>
        </p:blipFill>
        <p:spPr>
          <a:xfrm>
            <a:off x="10942782" y="101601"/>
            <a:ext cx="1172255" cy="932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058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D527B-7932-41F4-A031-049D20E82D5D}" type="slidenum">
              <a:rPr lang="es-ES" smtClean="0"/>
              <a:t>‹Nº›</a:t>
            </a:fld>
            <a:endParaRPr lang="es-ES"/>
          </a:p>
        </p:txBody>
      </p:sp>
      <p:sp>
        <p:nvSpPr>
          <p:cNvPr id="8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2087418" y="6354619"/>
            <a:ext cx="7980218" cy="360218"/>
          </a:xfrm>
        </p:spPr>
        <p:txBody>
          <a:bodyPr/>
          <a:lstStyle/>
          <a:p>
            <a:r>
              <a:rPr lang="es-ES" err="1"/>
              <a:t>This</a:t>
            </a:r>
            <a:r>
              <a:rPr lang="es-ES"/>
              <a:t> </a:t>
            </a:r>
            <a:r>
              <a:rPr lang="es-ES" err="1"/>
              <a:t>project</a:t>
            </a:r>
            <a:r>
              <a:rPr lang="es-ES"/>
              <a:t> has </a:t>
            </a:r>
            <a:r>
              <a:rPr lang="es-ES" err="1"/>
              <a:t>received</a:t>
            </a:r>
            <a:r>
              <a:rPr lang="es-ES"/>
              <a:t> </a:t>
            </a:r>
            <a:r>
              <a:rPr lang="es-ES" err="1"/>
              <a:t>funding</a:t>
            </a:r>
            <a:r>
              <a:rPr lang="es-ES"/>
              <a:t> </a:t>
            </a:r>
            <a:r>
              <a:rPr lang="es-ES" err="1"/>
              <a:t>from</a:t>
            </a:r>
            <a:r>
              <a:rPr lang="es-ES"/>
              <a:t> </a:t>
            </a:r>
            <a:r>
              <a:rPr lang="es-ES" err="1"/>
              <a:t>the</a:t>
            </a:r>
            <a:r>
              <a:rPr lang="es-ES"/>
              <a:t> </a:t>
            </a:r>
            <a:r>
              <a:rPr lang="es-ES" err="1"/>
              <a:t>European</a:t>
            </a:r>
            <a:r>
              <a:rPr lang="es-ES"/>
              <a:t> </a:t>
            </a:r>
            <a:r>
              <a:rPr lang="es-ES" err="1"/>
              <a:t>Union’s</a:t>
            </a:r>
            <a:r>
              <a:rPr lang="es-ES"/>
              <a:t> </a:t>
            </a:r>
            <a:r>
              <a:rPr lang="es-ES" err="1"/>
              <a:t>Horizon</a:t>
            </a:r>
            <a:r>
              <a:rPr lang="es-ES"/>
              <a:t> </a:t>
            </a:r>
            <a:r>
              <a:rPr lang="es-ES" err="1"/>
              <a:t>Widening</a:t>
            </a:r>
            <a:r>
              <a:rPr lang="es-ES"/>
              <a:t> </a:t>
            </a:r>
            <a:r>
              <a:rPr lang="es-ES" err="1"/>
              <a:t>participation</a:t>
            </a:r>
            <a:r>
              <a:rPr lang="es-ES"/>
              <a:t> and </a:t>
            </a:r>
            <a:r>
              <a:rPr lang="es-ES" err="1"/>
              <a:t>spreading</a:t>
            </a:r>
            <a:r>
              <a:rPr lang="es-ES"/>
              <a:t> </a:t>
            </a:r>
            <a:r>
              <a:rPr lang="es-ES" err="1"/>
              <a:t>excellence</a:t>
            </a:r>
            <a:r>
              <a:rPr lang="es-ES"/>
              <a:t> </a:t>
            </a:r>
            <a:r>
              <a:rPr lang="es-ES" err="1"/>
              <a:t>programme</a:t>
            </a:r>
            <a:r>
              <a:rPr lang="es-ES"/>
              <a:t> </a:t>
            </a:r>
            <a:r>
              <a:rPr lang="es-ES" err="1"/>
              <a:t>under</a:t>
            </a:r>
            <a:r>
              <a:rPr lang="es-ES"/>
              <a:t> </a:t>
            </a:r>
            <a:r>
              <a:rPr lang="es-ES" err="1"/>
              <a:t>grant</a:t>
            </a:r>
            <a:r>
              <a:rPr lang="es-ES"/>
              <a:t> </a:t>
            </a:r>
            <a:r>
              <a:rPr lang="es-ES" err="1"/>
              <a:t>agreement</a:t>
            </a:r>
            <a:r>
              <a:rPr lang="es-ES"/>
              <a:t> No. 101079200</a:t>
            </a:r>
          </a:p>
        </p:txBody>
      </p:sp>
      <p:pic>
        <p:nvPicPr>
          <p:cNvPr id="9" name="Imagen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937" b="3279"/>
          <a:stretch/>
        </p:blipFill>
        <p:spPr>
          <a:xfrm>
            <a:off x="1039090" y="6277343"/>
            <a:ext cx="678873" cy="474439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64" b="11656"/>
          <a:stretch/>
        </p:blipFill>
        <p:spPr>
          <a:xfrm>
            <a:off x="10942782" y="101601"/>
            <a:ext cx="1172255" cy="932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230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D527B-7932-41F4-A031-049D20E82D5D}" type="slidenum">
              <a:rPr lang="es-ES" smtClean="0"/>
              <a:t>‹Nº›</a:t>
            </a:fld>
            <a:endParaRPr lang="es-ES"/>
          </a:p>
        </p:txBody>
      </p:sp>
      <p:sp>
        <p:nvSpPr>
          <p:cNvPr id="10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2087418" y="6354619"/>
            <a:ext cx="7980218" cy="360218"/>
          </a:xfrm>
        </p:spPr>
        <p:txBody>
          <a:bodyPr/>
          <a:lstStyle/>
          <a:p>
            <a:r>
              <a:rPr lang="es-ES" err="1"/>
              <a:t>This</a:t>
            </a:r>
            <a:r>
              <a:rPr lang="es-ES"/>
              <a:t> </a:t>
            </a:r>
            <a:r>
              <a:rPr lang="es-ES" err="1"/>
              <a:t>project</a:t>
            </a:r>
            <a:r>
              <a:rPr lang="es-ES"/>
              <a:t> has </a:t>
            </a:r>
            <a:r>
              <a:rPr lang="es-ES" err="1"/>
              <a:t>received</a:t>
            </a:r>
            <a:r>
              <a:rPr lang="es-ES"/>
              <a:t> </a:t>
            </a:r>
            <a:r>
              <a:rPr lang="es-ES" err="1"/>
              <a:t>funding</a:t>
            </a:r>
            <a:r>
              <a:rPr lang="es-ES"/>
              <a:t> </a:t>
            </a:r>
            <a:r>
              <a:rPr lang="es-ES" err="1"/>
              <a:t>from</a:t>
            </a:r>
            <a:r>
              <a:rPr lang="es-ES"/>
              <a:t> </a:t>
            </a:r>
            <a:r>
              <a:rPr lang="es-ES" err="1"/>
              <a:t>the</a:t>
            </a:r>
            <a:r>
              <a:rPr lang="es-ES"/>
              <a:t> </a:t>
            </a:r>
            <a:r>
              <a:rPr lang="es-ES" err="1"/>
              <a:t>European</a:t>
            </a:r>
            <a:r>
              <a:rPr lang="es-ES"/>
              <a:t> </a:t>
            </a:r>
            <a:r>
              <a:rPr lang="es-ES" err="1"/>
              <a:t>Union’s</a:t>
            </a:r>
            <a:r>
              <a:rPr lang="es-ES"/>
              <a:t> </a:t>
            </a:r>
            <a:r>
              <a:rPr lang="es-ES" err="1"/>
              <a:t>Horizon</a:t>
            </a:r>
            <a:r>
              <a:rPr lang="es-ES"/>
              <a:t> </a:t>
            </a:r>
            <a:r>
              <a:rPr lang="es-ES" err="1"/>
              <a:t>Widening</a:t>
            </a:r>
            <a:r>
              <a:rPr lang="es-ES"/>
              <a:t> </a:t>
            </a:r>
            <a:r>
              <a:rPr lang="es-ES" err="1"/>
              <a:t>participation</a:t>
            </a:r>
            <a:r>
              <a:rPr lang="es-ES"/>
              <a:t> and </a:t>
            </a:r>
            <a:r>
              <a:rPr lang="es-ES" err="1"/>
              <a:t>spreading</a:t>
            </a:r>
            <a:r>
              <a:rPr lang="es-ES"/>
              <a:t> </a:t>
            </a:r>
            <a:r>
              <a:rPr lang="es-ES" err="1"/>
              <a:t>excellence</a:t>
            </a:r>
            <a:r>
              <a:rPr lang="es-ES"/>
              <a:t> </a:t>
            </a:r>
            <a:r>
              <a:rPr lang="es-ES" err="1"/>
              <a:t>programme</a:t>
            </a:r>
            <a:r>
              <a:rPr lang="es-ES"/>
              <a:t> </a:t>
            </a:r>
            <a:r>
              <a:rPr lang="es-ES" err="1"/>
              <a:t>under</a:t>
            </a:r>
            <a:r>
              <a:rPr lang="es-ES"/>
              <a:t> </a:t>
            </a:r>
            <a:r>
              <a:rPr lang="es-ES" err="1"/>
              <a:t>grant</a:t>
            </a:r>
            <a:r>
              <a:rPr lang="es-ES"/>
              <a:t> </a:t>
            </a:r>
            <a:r>
              <a:rPr lang="es-ES" err="1"/>
              <a:t>agreement</a:t>
            </a:r>
            <a:r>
              <a:rPr lang="es-ES"/>
              <a:t> No. 101079200</a:t>
            </a:r>
          </a:p>
        </p:txBody>
      </p:sp>
      <p:pic>
        <p:nvPicPr>
          <p:cNvPr id="11" name="Imagen 1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937" b="3279"/>
          <a:stretch/>
        </p:blipFill>
        <p:spPr>
          <a:xfrm>
            <a:off x="1039090" y="6277343"/>
            <a:ext cx="678873" cy="474439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64" b="11656"/>
          <a:stretch/>
        </p:blipFill>
        <p:spPr>
          <a:xfrm>
            <a:off x="10942782" y="101601"/>
            <a:ext cx="1172255" cy="932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54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D527B-7932-41F4-A031-049D20E82D5D}" type="slidenum">
              <a:rPr lang="es-ES" smtClean="0"/>
              <a:t>‹Nº›</a:t>
            </a:fld>
            <a:endParaRPr lang="es-ES"/>
          </a:p>
        </p:txBody>
      </p:sp>
      <p:sp>
        <p:nvSpPr>
          <p:cNvPr id="6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2087418" y="6354619"/>
            <a:ext cx="7980218" cy="360218"/>
          </a:xfrm>
        </p:spPr>
        <p:txBody>
          <a:bodyPr/>
          <a:lstStyle/>
          <a:p>
            <a:r>
              <a:rPr lang="es-ES" err="1"/>
              <a:t>This</a:t>
            </a:r>
            <a:r>
              <a:rPr lang="es-ES"/>
              <a:t> </a:t>
            </a:r>
            <a:r>
              <a:rPr lang="es-ES" err="1"/>
              <a:t>project</a:t>
            </a:r>
            <a:r>
              <a:rPr lang="es-ES"/>
              <a:t> has </a:t>
            </a:r>
            <a:r>
              <a:rPr lang="es-ES" err="1"/>
              <a:t>received</a:t>
            </a:r>
            <a:r>
              <a:rPr lang="es-ES"/>
              <a:t> </a:t>
            </a:r>
            <a:r>
              <a:rPr lang="es-ES" err="1"/>
              <a:t>funding</a:t>
            </a:r>
            <a:r>
              <a:rPr lang="es-ES"/>
              <a:t> </a:t>
            </a:r>
            <a:r>
              <a:rPr lang="es-ES" err="1"/>
              <a:t>from</a:t>
            </a:r>
            <a:r>
              <a:rPr lang="es-ES"/>
              <a:t> </a:t>
            </a:r>
            <a:r>
              <a:rPr lang="es-ES" err="1"/>
              <a:t>the</a:t>
            </a:r>
            <a:r>
              <a:rPr lang="es-ES"/>
              <a:t> </a:t>
            </a:r>
            <a:r>
              <a:rPr lang="es-ES" err="1"/>
              <a:t>European</a:t>
            </a:r>
            <a:r>
              <a:rPr lang="es-ES"/>
              <a:t> </a:t>
            </a:r>
            <a:r>
              <a:rPr lang="es-ES" err="1"/>
              <a:t>Union’s</a:t>
            </a:r>
            <a:r>
              <a:rPr lang="es-ES"/>
              <a:t> </a:t>
            </a:r>
            <a:r>
              <a:rPr lang="es-ES" err="1"/>
              <a:t>Horizon</a:t>
            </a:r>
            <a:r>
              <a:rPr lang="es-ES"/>
              <a:t> </a:t>
            </a:r>
            <a:r>
              <a:rPr lang="es-ES" err="1"/>
              <a:t>Widening</a:t>
            </a:r>
            <a:r>
              <a:rPr lang="es-ES"/>
              <a:t> </a:t>
            </a:r>
            <a:r>
              <a:rPr lang="es-ES" err="1"/>
              <a:t>participation</a:t>
            </a:r>
            <a:r>
              <a:rPr lang="es-ES"/>
              <a:t> and </a:t>
            </a:r>
            <a:r>
              <a:rPr lang="es-ES" err="1"/>
              <a:t>spreading</a:t>
            </a:r>
            <a:r>
              <a:rPr lang="es-ES"/>
              <a:t> </a:t>
            </a:r>
            <a:r>
              <a:rPr lang="es-ES" err="1"/>
              <a:t>excellence</a:t>
            </a:r>
            <a:r>
              <a:rPr lang="es-ES"/>
              <a:t> </a:t>
            </a:r>
            <a:r>
              <a:rPr lang="es-ES" err="1"/>
              <a:t>programme</a:t>
            </a:r>
            <a:r>
              <a:rPr lang="es-ES"/>
              <a:t> </a:t>
            </a:r>
            <a:r>
              <a:rPr lang="es-ES" err="1"/>
              <a:t>under</a:t>
            </a:r>
            <a:r>
              <a:rPr lang="es-ES"/>
              <a:t> </a:t>
            </a:r>
            <a:r>
              <a:rPr lang="es-ES" err="1"/>
              <a:t>grant</a:t>
            </a:r>
            <a:r>
              <a:rPr lang="es-ES"/>
              <a:t> </a:t>
            </a:r>
            <a:r>
              <a:rPr lang="es-ES" err="1"/>
              <a:t>agreement</a:t>
            </a:r>
            <a:r>
              <a:rPr lang="es-ES"/>
              <a:t> No. 101079200</a:t>
            </a:r>
          </a:p>
        </p:txBody>
      </p:sp>
      <p:pic>
        <p:nvPicPr>
          <p:cNvPr id="7" name="Imagen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937" b="3279"/>
          <a:stretch/>
        </p:blipFill>
        <p:spPr>
          <a:xfrm>
            <a:off x="1039090" y="6277343"/>
            <a:ext cx="678873" cy="474439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64" b="11656"/>
          <a:stretch/>
        </p:blipFill>
        <p:spPr>
          <a:xfrm>
            <a:off x="10942782" y="101601"/>
            <a:ext cx="1172255" cy="932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198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D527B-7932-41F4-A031-049D20E82D5D}" type="slidenum">
              <a:rPr lang="es-ES" smtClean="0"/>
              <a:t>‹Nº›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2087418" y="6354619"/>
            <a:ext cx="7980218" cy="360218"/>
          </a:xfrm>
        </p:spPr>
        <p:txBody>
          <a:bodyPr/>
          <a:lstStyle/>
          <a:p>
            <a:r>
              <a:rPr lang="es-ES" err="1"/>
              <a:t>This</a:t>
            </a:r>
            <a:r>
              <a:rPr lang="es-ES"/>
              <a:t> </a:t>
            </a:r>
            <a:r>
              <a:rPr lang="es-ES" err="1"/>
              <a:t>project</a:t>
            </a:r>
            <a:r>
              <a:rPr lang="es-ES"/>
              <a:t> has </a:t>
            </a:r>
            <a:r>
              <a:rPr lang="es-ES" err="1"/>
              <a:t>received</a:t>
            </a:r>
            <a:r>
              <a:rPr lang="es-ES"/>
              <a:t> </a:t>
            </a:r>
            <a:r>
              <a:rPr lang="es-ES" err="1"/>
              <a:t>funding</a:t>
            </a:r>
            <a:r>
              <a:rPr lang="es-ES"/>
              <a:t> </a:t>
            </a:r>
            <a:r>
              <a:rPr lang="es-ES" err="1"/>
              <a:t>from</a:t>
            </a:r>
            <a:r>
              <a:rPr lang="es-ES"/>
              <a:t> </a:t>
            </a:r>
            <a:r>
              <a:rPr lang="es-ES" err="1"/>
              <a:t>the</a:t>
            </a:r>
            <a:r>
              <a:rPr lang="es-ES"/>
              <a:t> </a:t>
            </a:r>
            <a:r>
              <a:rPr lang="es-ES" err="1"/>
              <a:t>European</a:t>
            </a:r>
            <a:r>
              <a:rPr lang="es-ES"/>
              <a:t> </a:t>
            </a:r>
            <a:r>
              <a:rPr lang="es-ES" err="1"/>
              <a:t>Union’s</a:t>
            </a:r>
            <a:r>
              <a:rPr lang="es-ES"/>
              <a:t> </a:t>
            </a:r>
            <a:r>
              <a:rPr lang="es-ES" err="1"/>
              <a:t>Horizon</a:t>
            </a:r>
            <a:r>
              <a:rPr lang="es-ES"/>
              <a:t> </a:t>
            </a:r>
            <a:r>
              <a:rPr lang="es-ES" err="1"/>
              <a:t>Widening</a:t>
            </a:r>
            <a:r>
              <a:rPr lang="es-ES"/>
              <a:t> </a:t>
            </a:r>
            <a:r>
              <a:rPr lang="es-ES" err="1"/>
              <a:t>participation</a:t>
            </a:r>
            <a:r>
              <a:rPr lang="es-ES"/>
              <a:t> and </a:t>
            </a:r>
            <a:r>
              <a:rPr lang="es-ES" err="1"/>
              <a:t>spreading</a:t>
            </a:r>
            <a:r>
              <a:rPr lang="es-ES"/>
              <a:t> </a:t>
            </a:r>
            <a:r>
              <a:rPr lang="es-ES" err="1"/>
              <a:t>excellence</a:t>
            </a:r>
            <a:r>
              <a:rPr lang="es-ES"/>
              <a:t> </a:t>
            </a:r>
            <a:r>
              <a:rPr lang="es-ES" err="1"/>
              <a:t>programme</a:t>
            </a:r>
            <a:r>
              <a:rPr lang="es-ES"/>
              <a:t> </a:t>
            </a:r>
            <a:r>
              <a:rPr lang="es-ES" err="1"/>
              <a:t>under</a:t>
            </a:r>
            <a:r>
              <a:rPr lang="es-ES"/>
              <a:t> </a:t>
            </a:r>
            <a:r>
              <a:rPr lang="es-ES" err="1"/>
              <a:t>grant</a:t>
            </a:r>
            <a:r>
              <a:rPr lang="es-ES"/>
              <a:t> </a:t>
            </a:r>
            <a:r>
              <a:rPr lang="es-ES" err="1"/>
              <a:t>agreement</a:t>
            </a:r>
            <a:r>
              <a:rPr lang="es-ES"/>
              <a:t> No. 101079200</a:t>
            </a:r>
          </a:p>
        </p:txBody>
      </p:sp>
      <p:pic>
        <p:nvPicPr>
          <p:cNvPr id="6" name="Imagen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937" b="3279"/>
          <a:stretch/>
        </p:blipFill>
        <p:spPr>
          <a:xfrm>
            <a:off x="1039090" y="6277343"/>
            <a:ext cx="678873" cy="474439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64" b="11656"/>
          <a:stretch/>
        </p:blipFill>
        <p:spPr>
          <a:xfrm>
            <a:off x="10942782" y="101601"/>
            <a:ext cx="1172255" cy="932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59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D527B-7932-41F4-A031-049D20E82D5D}" type="slidenum">
              <a:rPr lang="es-ES" smtClean="0"/>
              <a:t>‹Nº›</a:t>
            </a:fld>
            <a:endParaRPr lang="es-ES"/>
          </a:p>
        </p:txBody>
      </p:sp>
      <p:sp>
        <p:nvSpPr>
          <p:cNvPr id="8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2087418" y="6354619"/>
            <a:ext cx="7980218" cy="360218"/>
          </a:xfrm>
        </p:spPr>
        <p:txBody>
          <a:bodyPr/>
          <a:lstStyle/>
          <a:p>
            <a:r>
              <a:rPr lang="es-ES" err="1"/>
              <a:t>This</a:t>
            </a:r>
            <a:r>
              <a:rPr lang="es-ES"/>
              <a:t> </a:t>
            </a:r>
            <a:r>
              <a:rPr lang="es-ES" err="1"/>
              <a:t>project</a:t>
            </a:r>
            <a:r>
              <a:rPr lang="es-ES"/>
              <a:t> has </a:t>
            </a:r>
            <a:r>
              <a:rPr lang="es-ES" err="1"/>
              <a:t>received</a:t>
            </a:r>
            <a:r>
              <a:rPr lang="es-ES"/>
              <a:t> </a:t>
            </a:r>
            <a:r>
              <a:rPr lang="es-ES" err="1"/>
              <a:t>funding</a:t>
            </a:r>
            <a:r>
              <a:rPr lang="es-ES"/>
              <a:t> </a:t>
            </a:r>
            <a:r>
              <a:rPr lang="es-ES" err="1"/>
              <a:t>from</a:t>
            </a:r>
            <a:r>
              <a:rPr lang="es-ES"/>
              <a:t> </a:t>
            </a:r>
            <a:r>
              <a:rPr lang="es-ES" err="1"/>
              <a:t>the</a:t>
            </a:r>
            <a:r>
              <a:rPr lang="es-ES"/>
              <a:t> </a:t>
            </a:r>
            <a:r>
              <a:rPr lang="es-ES" err="1"/>
              <a:t>European</a:t>
            </a:r>
            <a:r>
              <a:rPr lang="es-ES"/>
              <a:t> </a:t>
            </a:r>
            <a:r>
              <a:rPr lang="es-ES" err="1"/>
              <a:t>Union’s</a:t>
            </a:r>
            <a:r>
              <a:rPr lang="es-ES"/>
              <a:t> </a:t>
            </a:r>
            <a:r>
              <a:rPr lang="es-ES" err="1"/>
              <a:t>Horizon</a:t>
            </a:r>
            <a:r>
              <a:rPr lang="es-ES"/>
              <a:t> </a:t>
            </a:r>
            <a:r>
              <a:rPr lang="es-ES" err="1"/>
              <a:t>Widening</a:t>
            </a:r>
            <a:r>
              <a:rPr lang="es-ES"/>
              <a:t> </a:t>
            </a:r>
            <a:r>
              <a:rPr lang="es-ES" err="1"/>
              <a:t>participation</a:t>
            </a:r>
            <a:r>
              <a:rPr lang="es-ES"/>
              <a:t> and </a:t>
            </a:r>
            <a:r>
              <a:rPr lang="es-ES" err="1"/>
              <a:t>spreading</a:t>
            </a:r>
            <a:r>
              <a:rPr lang="es-ES"/>
              <a:t> </a:t>
            </a:r>
            <a:r>
              <a:rPr lang="es-ES" err="1"/>
              <a:t>excellence</a:t>
            </a:r>
            <a:r>
              <a:rPr lang="es-ES"/>
              <a:t> </a:t>
            </a:r>
            <a:r>
              <a:rPr lang="es-ES" err="1"/>
              <a:t>programme</a:t>
            </a:r>
            <a:r>
              <a:rPr lang="es-ES"/>
              <a:t> </a:t>
            </a:r>
            <a:r>
              <a:rPr lang="es-ES" err="1"/>
              <a:t>under</a:t>
            </a:r>
            <a:r>
              <a:rPr lang="es-ES"/>
              <a:t> </a:t>
            </a:r>
            <a:r>
              <a:rPr lang="es-ES" err="1"/>
              <a:t>grant</a:t>
            </a:r>
            <a:r>
              <a:rPr lang="es-ES"/>
              <a:t> </a:t>
            </a:r>
            <a:r>
              <a:rPr lang="es-ES" err="1"/>
              <a:t>agreement</a:t>
            </a:r>
            <a:r>
              <a:rPr lang="es-ES"/>
              <a:t> No. 101079200</a:t>
            </a:r>
          </a:p>
        </p:txBody>
      </p:sp>
      <p:pic>
        <p:nvPicPr>
          <p:cNvPr id="9" name="Imagen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937" b="3279"/>
          <a:stretch/>
        </p:blipFill>
        <p:spPr>
          <a:xfrm>
            <a:off x="1039090" y="6277343"/>
            <a:ext cx="678873" cy="474439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64" b="11656"/>
          <a:stretch/>
        </p:blipFill>
        <p:spPr>
          <a:xfrm>
            <a:off x="10942782" y="101601"/>
            <a:ext cx="1172255" cy="932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889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D527B-7932-41F4-A031-049D20E82D5D}" type="slidenum">
              <a:rPr lang="es-ES" smtClean="0"/>
              <a:t>‹Nº›</a:t>
            </a:fld>
            <a:endParaRPr lang="es-ES"/>
          </a:p>
        </p:txBody>
      </p:sp>
      <p:sp>
        <p:nvSpPr>
          <p:cNvPr id="8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2087418" y="6354619"/>
            <a:ext cx="7980218" cy="360218"/>
          </a:xfrm>
        </p:spPr>
        <p:txBody>
          <a:bodyPr/>
          <a:lstStyle/>
          <a:p>
            <a:r>
              <a:rPr lang="es-ES" err="1"/>
              <a:t>This</a:t>
            </a:r>
            <a:r>
              <a:rPr lang="es-ES"/>
              <a:t> </a:t>
            </a:r>
            <a:r>
              <a:rPr lang="es-ES" err="1"/>
              <a:t>project</a:t>
            </a:r>
            <a:r>
              <a:rPr lang="es-ES"/>
              <a:t> has </a:t>
            </a:r>
            <a:r>
              <a:rPr lang="es-ES" err="1"/>
              <a:t>received</a:t>
            </a:r>
            <a:r>
              <a:rPr lang="es-ES"/>
              <a:t> </a:t>
            </a:r>
            <a:r>
              <a:rPr lang="es-ES" err="1"/>
              <a:t>funding</a:t>
            </a:r>
            <a:r>
              <a:rPr lang="es-ES"/>
              <a:t> </a:t>
            </a:r>
            <a:r>
              <a:rPr lang="es-ES" err="1"/>
              <a:t>from</a:t>
            </a:r>
            <a:r>
              <a:rPr lang="es-ES"/>
              <a:t> </a:t>
            </a:r>
            <a:r>
              <a:rPr lang="es-ES" err="1"/>
              <a:t>the</a:t>
            </a:r>
            <a:r>
              <a:rPr lang="es-ES"/>
              <a:t> </a:t>
            </a:r>
            <a:r>
              <a:rPr lang="es-ES" err="1"/>
              <a:t>European</a:t>
            </a:r>
            <a:r>
              <a:rPr lang="es-ES"/>
              <a:t> </a:t>
            </a:r>
            <a:r>
              <a:rPr lang="es-ES" err="1"/>
              <a:t>Union’s</a:t>
            </a:r>
            <a:r>
              <a:rPr lang="es-ES"/>
              <a:t> </a:t>
            </a:r>
            <a:r>
              <a:rPr lang="es-ES" err="1"/>
              <a:t>Horizon</a:t>
            </a:r>
            <a:r>
              <a:rPr lang="es-ES"/>
              <a:t> </a:t>
            </a:r>
            <a:r>
              <a:rPr lang="es-ES" err="1"/>
              <a:t>Widening</a:t>
            </a:r>
            <a:r>
              <a:rPr lang="es-ES"/>
              <a:t> </a:t>
            </a:r>
            <a:r>
              <a:rPr lang="es-ES" err="1"/>
              <a:t>participation</a:t>
            </a:r>
            <a:r>
              <a:rPr lang="es-ES"/>
              <a:t> and </a:t>
            </a:r>
            <a:r>
              <a:rPr lang="es-ES" err="1"/>
              <a:t>spreading</a:t>
            </a:r>
            <a:r>
              <a:rPr lang="es-ES"/>
              <a:t> </a:t>
            </a:r>
            <a:r>
              <a:rPr lang="es-ES" err="1"/>
              <a:t>excellence</a:t>
            </a:r>
            <a:r>
              <a:rPr lang="es-ES"/>
              <a:t> </a:t>
            </a:r>
            <a:r>
              <a:rPr lang="es-ES" err="1"/>
              <a:t>programme</a:t>
            </a:r>
            <a:r>
              <a:rPr lang="es-ES"/>
              <a:t> </a:t>
            </a:r>
            <a:r>
              <a:rPr lang="es-ES" err="1"/>
              <a:t>under</a:t>
            </a:r>
            <a:r>
              <a:rPr lang="es-ES"/>
              <a:t> </a:t>
            </a:r>
            <a:r>
              <a:rPr lang="es-ES" err="1"/>
              <a:t>grant</a:t>
            </a:r>
            <a:r>
              <a:rPr lang="es-ES"/>
              <a:t> </a:t>
            </a:r>
            <a:r>
              <a:rPr lang="es-ES" err="1"/>
              <a:t>agreement</a:t>
            </a:r>
            <a:r>
              <a:rPr lang="es-ES"/>
              <a:t> No. 101079200</a:t>
            </a:r>
          </a:p>
        </p:txBody>
      </p:sp>
      <p:pic>
        <p:nvPicPr>
          <p:cNvPr id="9" name="Imagen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937" b="3279"/>
          <a:stretch/>
        </p:blipFill>
        <p:spPr>
          <a:xfrm>
            <a:off x="1039090" y="6277343"/>
            <a:ext cx="678873" cy="474439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64" b="11656"/>
          <a:stretch/>
        </p:blipFill>
        <p:spPr>
          <a:xfrm>
            <a:off x="10942782" y="101601"/>
            <a:ext cx="1172255" cy="932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020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D527B-7932-41F4-A031-049D20E82D5D}" type="slidenum">
              <a:rPr lang="es-ES" smtClean="0"/>
              <a:t>‹Nº›</a:t>
            </a:fld>
            <a:endParaRPr lang="es-ES"/>
          </a:p>
        </p:txBody>
      </p:sp>
      <p:sp>
        <p:nvSpPr>
          <p:cNvPr id="7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2087418" y="6354619"/>
            <a:ext cx="7980218" cy="360218"/>
          </a:xfrm>
        </p:spPr>
        <p:txBody>
          <a:bodyPr/>
          <a:lstStyle/>
          <a:p>
            <a:r>
              <a:rPr lang="es-ES" err="1"/>
              <a:t>This</a:t>
            </a:r>
            <a:r>
              <a:rPr lang="es-ES"/>
              <a:t> </a:t>
            </a:r>
            <a:r>
              <a:rPr lang="es-ES" err="1"/>
              <a:t>project</a:t>
            </a:r>
            <a:r>
              <a:rPr lang="es-ES"/>
              <a:t> has </a:t>
            </a:r>
            <a:r>
              <a:rPr lang="es-ES" err="1"/>
              <a:t>received</a:t>
            </a:r>
            <a:r>
              <a:rPr lang="es-ES"/>
              <a:t> </a:t>
            </a:r>
            <a:r>
              <a:rPr lang="es-ES" err="1"/>
              <a:t>funding</a:t>
            </a:r>
            <a:r>
              <a:rPr lang="es-ES"/>
              <a:t> </a:t>
            </a:r>
            <a:r>
              <a:rPr lang="es-ES" err="1"/>
              <a:t>from</a:t>
            </a:r>
            <a:r>
              <a:rPr lang="es-ES"/>
              <a:t> </a:t>
            </a:r>
            <a:r>
              <a:rPr lang="es-ES" err="1"/>
              <a:t>the</a:t>
            </a:r>
            <a:r>
              <a:rPr lang="es-ES"/>
              <a:t> </a:t>
            </a:r>
            <a:r>
              <a:rPr lang="es-ES" err="1"/>
              <a:t>European</a:t>
            </a:r>
            <a:r>
              <a:rPr lang="es-ES"/>
              <a:t> </a:t>
            </a:r>
            <a:r>
              <a:rPr lang="es-ES" err="1"/>
              <a:t>Union’s</a:t>
            </a:r>
            <a:r>
              <a:rPr lang="es-ES"/>
              <a:t> </a:t>
            </a:r>
            <a:r>
              <a:rPr lang="es-ES" err="1"/>
              <a:t>Horizon</a:t>
            </a:r>
            <a:r>
              <a:rPr lang="es-ES"/>
              <a:t> </a:t>
            </a:r>
            <a:r>
              <a:rPr lang="es-ES" err="1"/>
              <a:t>Widening</a:t>
            </a:r>
            <a:r>
              <a:rPr lang="es-ES"/>
              <a:t> </a:t>
            </a:r>
            <a:r>
              <a:rPr lang="es-ES" err="1"/>
              <a:t>participation</a:t>
            </a:r>
            <a:r>
              <a:rPr lang="es-ES"/>
              <a:t> and </a:t>
            </a:r>
            <a:r>
              <a:rPr lang="es-ES" err="1"/>
              <a:t>spreading</a:t>
            </a:r>
            <a:r>
              <a:rPr lang="es-ES"/>
              <a:t> </a:t>
            </a:r>
            <a:r>
              <a:rPr lang="es-ES" err="1"/>
              <a:t>excellence</a:t>
            </a:r>
            <a:r>
              <a:rPr lang="es-ES"/>
              <a:t> </a:t>
            </a:r>
            <a:r>
              <a:rPr lang="es-ES" err="1"/>
              <a:t>programme</a:t>
            </a:r>
            <a:r>
              <a:rPr lang="es-ES"/>
              <a:t> </a:t>
            </a:r>
            <a:r>
              <a:rPr lang="es-ES" err="1"/>
              <a:t>under</a:t>
            </a:r>
            <a:r>
              <a:rPr lang="es-ES"/>
              <a:t> </a:t>
            </a:r>
            <a:r>
              <a:rPr lang="es-ES" err="1"/>
              <a:t>grant</a:t>
            </a:r>
            <a:r>
              <a:rPr lang="es-ES"/>
              <a:t> </a:t>
            </a:r>
            <a:r>
              <a:rPr lang="es-ES" err="1"/>
              <a:t>agreement</a:t>
            </a:r>
            <a:r>
              <a:rPr lang="es-ES"/>
              <a:t> No. 101079200</a:t>
            </a:r>
          </a:p>
        </p:txBody>
      </p:sp>
      <p:pic>
        <p:nvPicPr>
          <p:cNvPr id="8" name="Imagen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937" b="3279"/>
          <a:stretch/>
        </p:blipFill>
        <p:spPr>
          <a:xfrm>
            <a:off x="1039090" y="6277343"/>
            <a:ext cx="678873" cy="474439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64" b="11656"/>
          <a:stretch/>
        </p:blipFill>
        <p:spPr>
          <a:xfrm>
            <a:off x="10942782" y="101601"/>
            <a:ext cx="1172255" cy="932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523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D527B-7932-41F4-A031-049D20E82D5D}" type="slidenum">
              <a:rPr lang="es-ES" smtClean="0"/>
              <a:t>‹Nº›</a:t>
            </a:fld>
            <a:endParaRPr lang="es-ES"/>
          </a:p>
        </p:txBody>
      </p:sp>
      <p:sp>
        <p:nvSpPr>
          <p:cNvPr id="7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2087418" y="6354619"/>
            <a:ext cx="7980218" cy="360218"/>
          </a:xfrm>
        </p:spPr>
        <p:txBody>
          <a:bodyPr/>
          <a:lstStyle/>
          <a:p>
            <a:r>
              <a:rPr lang="es-ES" err="1"/>
              <a:t>This</a:t>
            </a:r>
            <a:r>
              <a:rPr lang="es-ES"/>
              <a:t> </a:t>
            </a:r>
            <a:r>
              <a:rPr lang="es-ES" err="1"/>
              <a:t>project</a:t>
            </a:r>
            <a:r>
              <a:rPr lang="es-ES"/>
              <a:t> has </a:t>
            </a:r>
            <a:r>
              <a:rPr lang="es-ES" err="1"/>
              <a:t>received</a:t>
            </a:r>
            <a:r>
              <a:rPr lang="es-ES"/>
              <a:t> </a:t>
            </a:r>
            <a:r>
              <a:rPr lang="es-ES" err="1"/>
              <a:t>funding</a:t>
            </a:r>
            <a:r>
              <a:rPr lang="es-ES"/>
              <a:t> </a:t>
            </a:r>
            <a:r>
              <a:rPr lang="es-ES" err="1"/>
              <a:t>from</a:t>
            </a:r>
            <a:r>
              <a:rPr lang="es-ES"/>
              <a:t> </a:t>
            </a:r>
            <a:r>
              <a:rPr lang="es-ES" err="1"/>
              <a:t>the</a:t>
            </a:r>
            <a:r>
              <a:rPr lang="es-ES"/>
              <a:t> </a:t>
            </a:r>
            <a:r>
              <a:rPr lang="es-ES" err="1"/>
              <a:t>European</a:t>
            </a:r>
            <a:r>
              <a:rPr lang="es-ES"/>
              <a:t> </a:t>
            </a:r>
            <a:r>
              <a:rPr lang="es-ES" err="1"/>
              <a:t>Union’s</a:t>
            </a:r>
            <a:r>
              <a:rPr lang="es-ES"/>
              <a:t> </a:t>
            </a:r>
            <a:r>
              <a:rPr lang="es-ES" err="1"/>
              <a:t>Horizon</a:t>
            </a:r>
            <a:r>
              <a:rPr lang="es-ES"/>
              <a:t> </a:t>
            </a:r>
            <a:r>
              <a:rPr lang="es-ES" err="1"/>
              <a:t>Widening</a:t>
            </a:r>
            <a:r>
              <a:rPr lang="es-ES"/>
              <a:t> </a:t>
            </a:r>
            <a:r>
              <a:rPr lang="es-ES" err="1"/>
              <a:t>participation</a:t>
            </a:r>
            <a:r>
              <a:rPr lang="es-ES"/>
              <a:t> and </a:t>
            </a:r>
            <a:r>
              <a:rPr lang="es-ES" err="1"/>
              <a:t>spreading</a:t>
            </a:r>
            <a:r>
              <a:rPr lang="es-ES"/>
              <a:t> </a:t>
            </a:r>
            <a:r>
              <a:rPr lang="es-ES" err="1"/>
              <a:t>excellence</a:t>
            </a:r>
            <a:r>
              <a:rPr lang="es-ES"/>
              <a:t> </a:t>
            </a:r>
            <a:r>
              <a:rPr lang="es-ES" err="1"/>
              <a:t>programme</a:t>
            </a:r>
            <a:r>
              <a:rPr lang="es-ES"/>
              <a:t> </a:t>
            </a:r>
            <a:r>
              <a:rPr lang="es-ES" err="1"/>
              <a:t>under</a:t>
            </a:r>
            <a:r>
              <a:rPr lang="es-ES"/>
              <a:t> </a:t>
            </a:r>
            <a:r>
              <a:rPr lang="es-ES" err="1"/>
              <a:t>grant</a:t>
            </a:r>
            <a:r>
              <a:rPr lang="es-ES"/>
              <a:t> </a:t>
            </a:r>
            <a:r>
              <a:rPr lang="es-ES" err="1"/>
              <a:t>agreement</a:t>
            </a:r>
            <a:r>
              <a:rPr lang="es-ES"/>
              <a:t> No. 101079200</a:t>
            </a:r>
          </a:p>
        </p:txBody>
      </p:sp>
      <p:pic>
        <p:nvPicPr>
          <p:cNvPr id="8" name="Imagen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937" b="3279"/>
          <a:stretch/>
        </p:blipFill>
        <p:spPr>
          <a:xfrm>
            <a:off x="1039090" y="6277343"/>
            <a:ext cx="678873" cy="474439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64" b="11656"/>
          <a:stretch/>
        </p:blipFill>
        <p:spPr>
          <a:xfrm>
            <a:off x="10942782" y="101601"/>
            <a:ext cx="1172255" cy="932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599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This project has received funding from the European Union’s Horizon Widening participation and spreading excellence programme under grant agreement No. 101079200</a:t>
            </a:r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DD527B-7932-41F4-A031-049D20E82D5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59483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anuelbarragan@us.es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12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11" Type="http://schemas.openxmlformats.org/officeDocument/2006/relationships/image" Target="../media/image6.png"/><Relationship Id="rId5" Type="http://schemas.openxmlformats.org/officeDocument/2006/relationships/image" Target="../media/image62.png"/><Relationship Id="rId10" Type="http://schemas.openxmlformats.org/officeDocument/2006/relationships/image" Target="../media/image67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4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png"/><Relationship Id="rId3" Type="http://schemas.openxmlformats.org/officeDocument/2006/relationships/image" Target="../media/image18.png"/><Relationship Id="rId7" Type="http://schemas.openxmlformats.org/officeDocument/2006/relationships/image" Target="../media/image210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0.png"/><Relationship Id="rId5" Type="http://schemas.openxmlformats.org/officeDocument/2006/relationships/image" Target="../media/image191.png"/><Relationship Id="rId4" Type="http://schemas.openxmlformats.org/officeDocument/2006/relationships/image" Target="../media/image20.png"/><Relationship Id="rId9" Type="http://schemas.openxmlformats.org/officeDocument/2006/relationships/image" Target="../media/image23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jpe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0.png"/><Relationship Id="rId4" Type="http://schemas.openxmlformats.org/officeDocument/2006/relationships/image" Target="../media/image19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6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4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47.png"/><Relationship Id="rId5" Type="http://schemas.openxmlformats.org/officeDocument/2006/relationships/image" Target="../media/image23.jpeg"/><Relationship Id="rId10" Type="http://schemas.openxmlformats.org/officeDocument/2006/relationships/image" Target="../media/image46.png"/><Relationship Id="rId4" Type="http://schemas.openxmlformats.org/officeDocument/2006/relationships/image" Target="../media/image22.png"/><Relationship Id="rId9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4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47.png"/><Relationship Id="rId5" Type="http://schemas.openxmlformats.org/officeDocument/2006/relationships/image" Target="../media/image23.jpeg"/><Relationship Id="rId10" Type="http://schemas.openxmlformats.org/officeDocument/2006/relationships/image" Target="../media/image46.png"/><Relationship Id="rId4" Type="http://schemas.openxmlformats.org/officeDocument/2006/relationships/image" Target="../media/image22.png"/><Relationship Id="rId9" Type="http://schemas.openxmlformats.org/officeDocument/2006/relationships/image" Target="../media/image45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mailto:manuelbarragan@us.es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2669309"/>
            <a:ext cx="9829800" cy="1163930"/>
          </a:xfrm>
        </p:spPr>
        <p:txBody>
          <a:bodyPr>
            <a:noAutofit/>
          </a:bodyPr>
          <a:lstStyle/>
          <a:p>
            <a:r>
              <a:rPr lang="es-ES" sz="4400" err="1">
                <a:latin typeface="+mn-lt"/>
              </a:rPr>
              <a:t>Modeling</a:t>
            </a:r>
            <a:r>
              <a:rPr lang="es-ES" sz="4400">
                <a:latin typeface="+mn-lt"/>
              </a:rPr>
              <a:t> and control of </a:t>
            </a:r>
            <a:br>
              <a:rPr lang="es-ES" sz="4400">
                <a:latin typeface="+mn-lt"/>
              </a:rPr>
            </a:br>
            <a:r>
              <a:rPr lang="es-ES" sz="4400" err="1">
                <a:latin typeface="+mn-lt"/>
              </a:rPr>
              <a:t>Voltage</a:t>
            </a:r>
            <a:r>
              <a:rPr lang="es-ES" sz="4400">
                <a:latin typeface="+mn-lt"/>
              </a:rPr>
              <a:t> </a:t>
            </a:r>
            <a:r>
              <a:rPr lang="es-ES" sz="4400" err="1">
                <a:latin typeface="+mn-lt"/>
              </a:rPr>
              <a:t>Source</a:t>
            </a:r>
            <a:r>
              <a:rPr lang="es-ES" sz="4400">
                <a:latin typeface="+mn-lt"/>
              </a:rPr>
              <a:t> </a:t>
            </a:r>
            <a:r>
              <a:rPr lang="es-ES" sz="4400" err="1">
                <a:latin typeface="+mn-lt"/>
              </a:rPr>
              <a:t>Converters</a:t>
            </a:r>
            <a:r>
              <a:rPr lang="es-ES" sz="4400">
                <a:latin typeface="+mn-lt"/>
              </a:rPr>
              <a:t> (</a:t>
            </a:r>
            <a:r>
              <a:rPr lang="es-ES" sz="4400" err="1">
                <a:latin typeface="+mn-lt"/>
              </a:rPr>
              <a:t>VSCs</a:t>
            </a:r>
            <a:r>
              <a:rPr lang="es-ES" sz="4400">
                <a:latin typeface="+mn-lt"/>
              </a:rPr>
              <a:t>)</a:t>
            </a:r>
            <a:br>
              <a:rPr lang="es-ES" sz="4400">
                <a:latin typeface="+mn-lt"/>
              </a:rPr>
            </a:br>
            <a:r>
              <a:rPr lang="es-ES" sz="4400" err="1">
                <a:latin typeface="+mn-lt"/>
              </a:rPr>
              <a:t>Part</a:t>
            </a:r>
            <a:r>
              <a:rPr lang="es-ES" sz="4400">
                <a:latin typeface="+mn-lt"/>
              </a:rPr>
              <a:t> II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927566"/>
            <a:ext cx="9144000" cy="2383183"/>
          </a:xfrm>
        </p:spPr>
        <p:txBody>
          <a:bodyPr>
            <a:normAutofit lnSpcReduction="10000"/>
          </a:bodyPr>
          <a:lstStyle/>
          <a:p>
            <a:r>
              <a:rPr lang="es-ES" b="1" dirty="0">
                <a:solidFill>
                  <a:schemeClr val="accent1"/>
                </a:solidFill>
              </a:rPr>
              <a:t>SUNRISE Summer </a:t>
            </a:r>
            <a:r>
              <a:rPr lang="es-ES" b="1" dirty="0" err="1">
                <a:solidFill>
                  <a:schemeClr val="accent1"/>
                </a:solidFill>
              </a:rPr>
              <a:t>School</a:t>
            </a:r>
            <a:endParaRPr lang="es-ES" b="1" dirty="0">
              <a:solidFill>
                <a:schemeClr val="accent1"/>
              </a:solidFill>
            </a:endParaRPr>
          </a:p>
          <a:p>
            <a:r>
              <a:rPr lang="es-ES" b="1" dirty="0" err="1">
                <a:solidFill>
                  <a:schemeClr val="accent1"/>
                </a:solidFill>
              </a:rPr>
              <a:t>Belgrade</a:t>
            </a:r>
            <a:r>
              <a:rPr lang="es-ES" b="1" dirty="0">
                <a:solidFill>
                  <a:schemeClr val="accent1"/>
                </a:solidFill>
              </a:rPr>
              <a:t> 8-11/7/2025</a:t>
            </a:r>
          </a:p>
          <a:p>
            <a:r>
              <a:rPr lang="es-ES" dirty="0"/>
              <a:t>Manuel Barragán Villarejo</a:t>
            </a:r>
          </a:p>
          <a:p>
            <a:pPr>
              <a:spcBef>
                <a:spcPts val="600"/>
              </a:spcBef>
            </a:pPr>
            <a:r>
              <a:rPr lang="es-ES" dirty="0" err="1"/>
              <a:t>Department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Electrical</a:t>
            </a:r>
            <a:r>
              <a:rPr lang="es-ES" dirty="0"/>
              <a:t> </a:t>
            </a:r>
            <a:r>
              <a:rPr lang="es-ES" dirty="0" err="1"/>
              <a:t>Engineering</a:t>
            </a:r>
            <a:endParaRPr lang="es-ES" dirty="0"/>
          </a:p>
          <a:p>
            <a:pPr>
              <a:spcBef>
                <a:spcPts val="0"/>
              </a:spcBef>
            </a:pPr>
            <a:r>
              <a:rPr lang="es-ES" dirty="0" err="1"/>
              <a:t>University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Sevilla</a:t>
            </a:r>
          </a:p>
          <a:p>
            <a:r>
              <a:rPr lang="es-ES" sz="1600" dirty="0"/>
              <a:t>(</a:t>
            </a:r>
            <a:r>
              <a:rPr lang="es-ES" sz="1600" dirty="0">
                <a:hlinkClick r:id="rId2"/>
              </a:rPr>
              <a:t>manuelbarragan@us.es</a:t>
            </a:r>
            <a:r>
              <a:rPr lang="es-ES" sz="1600" dirty="0"/>
              <a:t>)</a:t>
            </a: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This project has received funding from the European Union’s Horizon Widening participation and spreading excellence programme under grant agreement No. 101079200</a:t>
            </a:r>
          </a:p>
        </p:txBody>
      </p:sp>
    </p:spTree>
    <p:extLst>
      <p:ext uri="{BB962C8B-B14F-4D97-AF65-F5344CB8AC3E}">
        <p14:creationId xmlns:p14="http://schemas.microsoft.com/office/powerpoint/2010/main" val="1012232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1912"/>
          </a:xfrm>
        </p:spPr>
        <p:txBody>
          <a:bodyPr/>
          <a:lstStyle/>
          <a:p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Outline</a:t>
            </a:r>
            <a:endParaRPr lang="en-GB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045486"/>
            <a:ext cx="10515600" cy="5241014"/>
          </a:xfrm>
        </p:spPr>
        <p:txBody>
          <a:bodyPr>
            <a:normAutofit/>
          </a:bodyPr>
          <a:lstStyle/>
          <a:p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Introduction</a:t>
            </a:r>
            <a:endParaRPr lang="es-ES" sz="24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Three-phase</a:t>
            </a:r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inverter</a:t>
            </a:r>
            <a:endParaRPr lang="es-ES" sz="24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Pulse </a:t>
            </a:r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Width</a:t>
            </a:r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Modulation</a:t>
            </a:r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 (PWM)</a:t>
            </a:r>
          </a:p>
          <a:p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Coupling</a:t>
            </a:r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filter</a:t>
            </a:r>
            <a:endParaRPr lang="es-ES" sz="24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Averaged</a:t>
            </a:r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model</a:t>
            </a:r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of</a:t>
            </a:r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Three-Phase</a:t>
            </a:r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Three-wire</a:t>
            </a:r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Two-level</a:t>
            </a:r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 VSC in </a:t>
            </a:r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abc</a:t>
            </a:r>
            <a:endParaRPr lang="es-ES" sz="24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Averaged</a:t>
            </a:r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model</a:t>
            </a:r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of</a:t>
            </a:r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Three-Phase</a:t>
            </a:r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Three-wire</a:t>
            </a:r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Two-level</a:t>
            </a:r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 VSC in </a:t>
            </a:r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dq</a:t>
            </a:r>
            <a:endParaRPr lang="es-ES" sz="24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Grid</a:t>
            </a:r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synchronization</a:t>
            </a:r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: </a:t>
            </a:r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Phase</a:t>
            </a:r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Lock</a:t>
            </a:r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Loop</a:t>
            </a:r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 (PLL)</a:t>
            </a:r>
          </a:p>
          <a:p>
            <a:r>
              <a:rPr lang="es-ES" sz="2400" dirty="0"/>
              <a:t>VSC control</a:t>
            </a:r>
          </a:p>
          <a:p>
            <a:r>
              <a:rPr lang="es-ES" sz="2400" dirty="0" err="1"/>
              <a:t>Current</a:t>
            </a:r>
            <a:r>
              <a:rPr lang="es-ES" sz="2400" dirty="0"/>
              <a:t> control in </a:t>
            </a:r>
            <a:r>
              <a:rPr lang="es-ES" sz="2400" dirty="0" err="1"/>
              <a:t>dq</a:t>
            </a:r>
            <a:r>
              <a:rPr lang="es-ES" sz="2400" dirty="0"/>
              <a:t> </a:t>
            </a:r>
            <a:r>
              <a:rPr lang="es-ES" sz="2400" dirty="0" err="1"/>
              <a:t>coordinates</a:t>
            </a:r>
            <a:endParaRPr lang="es-ES" sz="2400" dirty="0"/>
          </a:p>
          <a:p>
            <a:r>
              <a:rPr lang="es-ES" sz="2400" dirty="0" err="1"/>
              <a:t>Computation</a:t>
            </a:r>
            <a:r>
              <a:rPr lang="es-ES" sz="2400" dirty="0"/>
              <a:t> </a:t>
            </a:r>
            <a:r>
              <a:rPr lang="es-ES" sz="2400" dirty="0" err="1"/>
              <a:t>of</a:t>
            </a:r>
            <a:r>
              <a:rPr lang="es-ES" sz="2400" dirty="0"/>
              <a:t> </a:t>
            </a:r>
            <a:r>
              <a:rPr lang="es-ES" sz="2400" dirty="0" err="1"/>
              <a:t>reference</a:t>
            </a:r>
            <a:r>
              <a:rPr lang="es-ES" sz="2400" dirty="0"/>
              <a:t> </a:t>
            </a:r>
            <a:r>
              <a:rPr lang="es-ES" sz="2400" dirty="0" err="1"/>
              <a:t>current</a:t>
            </a:r>
            <a:endParaRPr lang="es-ES" sz="2400" dirty="0"/>
          </a:p>
          <a:p>
            <a:r>
              <a:rPr lang="es-ES" sz="2400" dirty="0"/>
              <a:t>DC-link </a:t>
            </a:r>
            <a:r>
              <a:rPr lang="es-ES" sz="2400" dirty="0" err="1"/>
              <a:t>voltage</a:t>
            </a:r>
            <a:r>
              <a:rPr lang="es-ES" sz="2400" dirty="0"/>
              <a:t> control</a:t>
            </a:r>
          </a:p>
          <a:p>
            <a:pPr marL="514350" indent="-514350">
              <a:buFont typeface="+mj-lt"/>
              <a:buAutoNum type="arabicPeriod"/>
            </a:pPr>
            <a:endParaRPr lang="en-GB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err="1"/>
              <a:t>This</a:t>
            </a:r>
            <a:r>
              <a:rPr lang="es-ES"/>
              <a:t> </a:t>
            </a:r>
            <a:r>
              <a:rPr lang="es-ES" err="1"/>
              <a:t>project</a:t>
            </a:r>
            <a:r>
              <a:rPr lang="es-ES"/>
              <a:t> has </a:t>
            </a:r>
            <a:r>
              <a:rPr lang="es-ES" err="1"/>
              <a:t>received</a:t>
            </a:r>
            <a:r>
              <a:rPr lang="es-ES"/>
              <a:t> </a:t>
            </a:r>
            <a:r>
              <a:rPr lang="es-ES" err="1"/>
              <a:t>funding</a:t>
            </a:r>
            <a:r>
              <a:rPr lang="es-ES"/>
              <a:t> </a:t>
            </a:r>
            <a:r>
              <a:rPr lang="es-ES" err="1"/>
              <a:t>from</a:t>
            </a:r>
            <a:r>
              <a:rPr lang="es-ES"/>
              <a:t> </a:t>
            </a:r>
            <a:r>
              <a:rPr lang="es-ES" err="1"/>
              <a:t>the</a:t>
            </a:r>
            <a:r>
              <a:rPr lang="es-ES"/>
              <a:t> </a:t>
            </a:r>
            <a:r>
              <a:rPr lang="es-ES" err="1"/>
              <a:t>European</a:t>
            </a:r>
            <a:r>
              <a:rPr lang="es-ES"/>
              <a:t> </a:t>
            </a:r>
            <a:r>
              <a:rPr lang="es-ES" err="1"/>
              <a:t>Union’s</a:t>
            </a:r>
            <a:r>
              <a:rPr lang="es-ES"/>
              <a:t> </a:t>
            </a:r>
            <a:r>
              <a:rPr lang="es-ES" err="1"/>
              <a:t>Horizon</a:t>
            </a:r>
            <a:r>
              <a:rPr lang="es-ES"/>
              <a:t> </a:t>
            </a:r>
            <a:r>
              <a:rPr lang="es-ES" err="1"/>
              <a:t>Widening</a:t>
            </a:r>
            <a:r>
              <a:rPr lang="es-ES"/>
              <a:t> </a:t>
            </a:r>
            <a:r>
              <a:rPr lang="es-ES" err="1"/>
              <a:t>participation</a:t>
            </a:r>
            <a:r>
              <a:rPr lang="es-ES"/>
              <a:t> and </a:t>
            </a:r>
            <a:r>
              <a:rPr lang="es-ES" err="1"/>
              <a:t>spreading</a:t>
            </a:r>
            <a:r>
              <a:rPr lang="es-ES"/>
              <a:t> </a:t>
            </a:r>
            <a:r>
              <a:rPr lang="es-ES" err="1"/>
              <a:t>excellence</a:t>
            </a:r>
            <a:r>
              <a:rPr lang="es-ES"/>
              <a:t> </a:t>
            </a:r>
            <a:r>
              <a:rPr lang="es-ES" err="1"/>
              <a:t>programme</a:t>
            </a:r>
            <a:r>
              <a:rPr lang="es-ES"/>
              <a:t> </a:t>
            </a:r>
            <a:r>
              <a:rPr lang="es-ES" err="1"/>
              <a:t>under</a:t>
            </a:r>
            <a:r>
              <a:rPr lang="es-ES"/>
              <a:t> </a:t>
            </a:r>
            <a:r>
              <a:rPr lang="es-ES" err="1"/>
              <a:t>grant</a:t>
            </a:r>
            <a:r>
              <a:rPr lang="es-ES"/>
              <a:t> </a:t>
            </a:r>
            <a:r>
              <a:rPr lang="es-ES" err="1"/>
              <a:t>agreement</a:t>
            </a:r>
            <a:r>
              <a:rPr lang="es-ES"/>
              <a:t> No. 101079200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D527B-7932-41F4-A031-049D20E82D5D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96553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9DBB7-CEFF-0AAF-4723-B3FD0AD77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518" y="413182"/>
            <a:ext cx="11130280" cy="463744"/>
          </a:xfrm>
        </p:spPr>
        <p:txBody>
          <a:bodyPr>
            <a:normAutofit fontScale="90000"/>
          </a:bodyPr>
          <a:lstStyle/>
          <a:p>
            <a:br>
              <a:rPr lang="en-US" sz="4400" dirty="0"/>
            </a:br>
            <a:br>
              <a:rPr lang="en-US" sz="4400" dirty="0"/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VSC control</a:t>
            </a:r>
            <a:br>
              <a:rPr lang="en-US" sz="4400" dirty="0"/>
            </a:b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2F90C-3D0D-8A83-EED5-9F7E20369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519" y="1123406"/>
            <a:ext cx="11565709" cy="5138057"/>
          </a:xfrm>
        </p:spPr>
        <p:txBody>
          <a:bodyPr/>
          <a:lstStyle/>
          <a:p>
            <a:r>
              <a:rPr lang="en-US" sz="2800" dirty="0"/>
              <a:t>Hierarchical controller of the VSCs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32B651-ADFF-3A6E-A3B9-E12CC585A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F416B-3F94-4DFA-A3AB-EC6D5E4C9A6C}" type="slidenum">
              <a:rPr lang="en-US" smtClean="0"/>
              <a:t>3</a:t>
            </a:fld>
            <a:endParaRPr lang="en-US"/>
          </a:p>
        </p:txBody>
      </p:sp>
      <p:sp>
        <p:nvSpPr>
          <p:cNvPr id="6" name="CuadroTexto 5"/>
          <p:cNvSpPr txBox="1"/>
          <p:nvPr/>
        </p:nvSpPr>
        <p:spPr>
          <a:xfrm>
            <a:off x="8055705" y="1759023"/>
            <a:ext cx="51816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LOW LEVEL CONTROL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PWM and</a:t>
            </a:r>
            <a:r>
              <a:rPr lang="en-GB" sz="2400" b="1" dirty="0">
                <a:solidFill>
                  <a:srgbClr val="FF0000"/>
                </a:solidFill>
              </a:rPr>
              <a:t> current controller</a:t>
            </a:r>
          </a:p>
          <a:p>
            <a:r>
              <a:rPr lang="en-GB" sz="2400" b="1" dirty="0"/>
              <a:t>MID LEVEL CONTROL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>
                <a:solidFill>
                  <a:srgbClr val="FF0000"/>
                </a:solidFill>
              </a:rPr>
              <a:t>P-Q Control: GFL </a:t>
            </a:r>
            <a:r>
              <a:rPr lang="en-GB" sz="2400"/>
              <a:t>or GFM</a:t>
            </a:r>
            <a:endParaRPr lang="en-GB" sz="2400" b="1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0000"/>
                </a:solidFill>
              </a:rPr>
              <a:t>DC bus voltage control</a:t>
            </a:r>
          </a:p>
          <a:p>
            <a:r>
              <a:rPr lang="en-GB" sz="2400" b="1" dirty="0"/>
              <a:t>HIGH LEVEL CONTROL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Primary frequency control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Voltage control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Power Smoothing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EMS of ESS</a:t>
            </a:r>
          </a:p>
          <a:p>
            <a:endParaRPr lang="en-GB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3"/>
          <a:srcRect l="20000" t="24074" r="23250" b="20962"/>
          <a:stretch/>
        </p:blipFill>
        <p:spPr>
          <a:xfrm>
            <a:off x="72795" y="1759023"/>
            <a:ext cx="7832186" cy="4266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846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5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944032" y="1128183"/>
                <a:ext cx="10993967" cy="5376150"/>
              </a:xfrm>
            </p:spPr>
            <p:txBody>
              <a:bodyPr>
                <a:normAutofit/>
              </a:bodyPr>
              <a:lstStyle/>
              <a:p>
                <a:r>
                  <a:rPr lang="es-ES" sz="2400" dirty="0"/>
                  <a:t>Variables </a:t>
                </a:r>
                <a:r>
                  <a:rPr lang="es-ES" sz="2400" dirty="0" err="1"/>
                  <a:t>to</a:t>
                </a:r>
                <a:r>
                  <a:rPr lang="es-ES" sz="2400" dirty="0"/>
                  <a:t> be </a:t>
                </a:r>
                <a:r>
                  <a:rPr lang="es-ES" sz="2400" dirty="0" err="1"/>
                  <a:t>controlled</a:t>
                </a:r>
                <a:r>
                  <a:rPr lang="es-ES" sz="2400" dirty="0"/>
                  <a:t>:</a:t>
                </a:r>
              </a:p>
              <a:p>
                <a:pPr lvl="1"/>
                <a:r>
                  <a:rPr lang="es-ES" sz="2000" dirty="0"/>
                  <a:t>DC </a:t>
                </a:r>
                <a:r>
                  <a:rPr lang="es-ES" sz="2000" dirty="0" err="1"/>
                  <a:t>voltage</a:t>
                </a:r>
                <a:r>
                  <a:rPr lang="es-ES" sz="20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s-ES" sz="2000" i="1">
                            <a:latin typeface="Cambria Math" panose="02040503050406030204" pitchFamily="18" charset="0"/>
                          </a:rPr>
                          <m:t>𝑑𝑐</m:t>
                        </m:r>
                      </m:sub>
                    </m:sSub>
                  </m:oMath>
                </a14:m>
                <a:endParaRPr lang="es-ES" sz="2000" dirty="0"/>
              </a:p>
              <a:p>
                <a:pPr lvl="1"/>
                <a:r>
                  <a:rPr lang="es-ES" sz="2000" dirty="0" err="1"/>
                  <a:t>Currents</a:t>
                </a:r>
                <a:r>
                  <a:rPr lang="es-ES" sz="20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s-ES" sz="2000" i="1">
                            <a:latin typeface="Cambria Math" panose="02040503050406030204" pitchFamily="18" charset="0"/>
                          </a:rPr>
                          <m:t>𝑎𝑏𝑐</m:t>
                        </m:r>
                      </m:sub>
                    </m:sSub>
                  </m:oMath>
                </a14:m>
                <a:endParaRPr lang="es-ES" sz="2000" dirty="0"/>
              </a:p>
              <a:p>
                <a:r>
                  <a:rPr lang="es-ES" sz="2400" dirty="0"/>
                  <a:t>Inputs: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s-ES" sz="2400" i="1">
                            <a:latin typeface="Cambria Math" panose="02040503050406030204" pitchFamily="18" charset="0"/>
                          </a:rPr>
                          <m:t>𝑎𝑏𝑐</m:t>
                        </m:r>
                      </m:sub>
                    </m:sSub>
                  </m:oMath>
                </a14:m>
                <a:endParaRPr lang="es-ES" sz="2400" dirty="0"/>
              </a:p>
              <a:p>
                <a:r>
                  <a:rPr lang="es-ES" sz="2400" dirty="0" err="1"/>
                  <a:t>Subactuated</a:t>
                </a:r>
                <a:r>
                  <a:rPr lang="es-ES" sz="2400" dirty="0"/>
                  <a:t> control </a:t>
                </a:r>
                <a:r>
                  <a:rPr lang="es-ES" sz="2400" dirty="0" err="1"/>
                  <a:t>system</a:t>
                </a:r>
                <a:r>
                  <a:rPr lang="es-ES" sz="2400" dirty="0"/>
                  <a:t>: 3 inputs </a:t>
                </a:r>
                <a:r>
                  <a:rPr lang="es-ES" sz="2400" dirty="0" err="1"/>
                  <a:t>to</a:t>
                </a:r>
                <a:r>
                  <a:rPr lang="es-ES" sz="2400" dirty="0"/>
                  <a:t> control 4 outputs</a:t>
                </a:r>
              </a:p>
              <a:p>
                <a:r>
                  <a:rPr lang="es-ES" sz="2400" dirty="0" err="1"/>
                  <a:t>Take</a:t>
                </a:r>
                <a:r>
                  <a:rPr lang="es-ES" sz="2400" dirty="0"/>
                  <a:t> </a:t>
                </a:r>
                <a:r>
                  <a:rPr lang="es-ES" sz="2400" dirty="0" err="1"/>
                  <a:t>advantage</a:t>
                </a:r>
                <a:r>
                  <a:rPr lang="es-ES" sz="2400" dirty="0"/>
                  <a:t> </a:t>
                </a:r>
                <a:r>
                  <a:rPr lang="es-ES" sz="2400" dirty="0" err="1"/>
                  <a:t>of</a:t>
                </a:r>
                <a:r>
                  <a:rPr lang="es-ES" sz="2400" dirty="0"/>
                  <a:t> </a:t>
                </a:r>
                <a:r>
                  <a:rPr lang="es-ES" sz="2400" dirty="0" err="1"/>
                  <a:t>the</a:t>
                </a:r>
                <a:r>
                  <a:rPr lang="es-ES" sz="2400" dirty="0"/>
                  <a:t> </a:t>
                </a:r>
                <a:r>
                  <a:rPr lang="es-ES" sz="2400" dirty="0" err="1"/>
                  <a:t>different</a:t>
                </a:r>
                <a:r>
                  <a:rPr lang="es-ES" sz="2400" dirty="0"/>
                  <a:t> </a:t>
                </a:r>
                <a:r>
                  <a:rPr lang="es-ES" sz="2400" dirty="0" err="1"/>
                  <a:t>dynamics</a:t>
                </a:r>
                <a:r>
                  <a:rPr lang="es-ES" sz="2400" dirty="0"/>
                  <a:t> </a:t>
                </a:r>
                <a:r>
                  <a:rPr lang="es-ES" sz="2400" dirty="0" err="1"/>
                  <a:t>of</a:t>
                </a:r>
                <a:r>
                  <a:rPr lang="es-ES" sz="2400" dirty="0"/>
                  <a:t> </a:t>
                </a:r>
                <a:r>
                  <a:rPr lang="es-ES" sz="2400" dirty="0" err="1"/>
                  <a:t>the</a:t>
                </a:r>
                <a:r>
                  <a:rPr lang="es-ES" sz="2400" dirty="0"/>
                  <a:t> control </a:t>
                </a:r>
                <a:r>
                  <a:rPr lang="es-ES" sz="2400" dirty="0" err="1"/>
                  <a:t>scheme</a:t>
                </a:r>
                <a:endParaRPr lang="es-ES" sz="2400" dirty="0"/>
              </a:p>
              <a:p>
                <a:pPr lvl="1"/>
                <a:r>
                  <a:rPr lang="es-ES" sz="2000" b="1" dirty="0"/>
                  <a:t>Low </a:t>
                </a:r>
                <a:r>
                  <a:rPr lang="es-ES" sz="2000" b="1" dirty="0" err="1"/>
                  <a:t>level</a:t>
                </a:r>
                <a:r>
                  <a:rPr lang="es-ES" sz="2000" b="1" dirty="0"/>
                  <a:t>: </a:t>
                </a:r>
                <a:r>
                  <a:rPr lang="es-ES" sz="2000" b="1" dirty="0" err="1"/>
                  <a:t>Current</a:t>
                </a:r>
                <a:r>
                  <a:rPr lang="es-ES" sz="2000" b="1" dirty="0"/>
                  <a:t> </a:t>
                </a:r>
                <a:r>
                  <a:rPr lang="es-ES" sz="2000" b="1" dirty="0" err="1"/>
                  <a:t>controller</a:t>
                </a:r>
                <a:r>
                  <a:rPr lang="es-ES" sz="2000" b="1" dirty="0"/>
                  <a:t>: </a:t>
                </a:r>
              </a:p>
              <a:p>
                <a:pPr lvl="2"/>
                <a:r>
                  <a:rPr lang="es-ES" dirty="0" err="1"/>
                  <a:t>Fast</a:t>
                </a:r>
                <a:r>
                  <a:rPr lang="es-ES" dirty="0"/>
                  <a:t> </a:t>
                </a:r>
                <a:r>
                  <a:rPr lang="es-ES" dirty="0" err="1"/>
                  <a:t>dynamics</a:t>
                </a:r>
                <a:endParaRPr lang="es-ES" dirty="0"/>
              </a:p>
              <a:p>
                <a:pPr lvl="2"/>
                <a:r>
                  <a:rPr lang="es-ES" dirty="0"/>
                  <a:t>Usual time </a:t>
                </a:r>
                <a:r>
                  <a:rPr lang="es-ES" dirty="0" err="1"/>
                  <a:t>constant</a:t>
                </a:r>
                <a:r>
                  <a:rPr lang="es-ES" dirty="0"/>
                  <a:t>: 1-10 ms </a:t>
                </a:r>
              </a:p>
              <a:p>
                <a:pPr lvl="1"/>
                <a:r>
                  <a:rPr lang="es-ES" sz="2000" b="1" dirty="0" err="1"/>
                  <a:t>Mid</a:t>
                </a:r>
                <a:r>
                  <a:rPr lang="es-ES" sz="2000" b="1" dirty="0"/>
                  <a:t> </a:t>
                </a:r>
                <a:r>
                  <a:rPr lang="es-ES" sz="2000" b="1" dirty="0" err="1"/>
                  <a:t>level</a:t>
                </a:r>
                <a:r>
                  <a:rPr lang="es-ES" sz="2000" b="1" dirty="0"/>
                  <a:t>: DC </a:t>
                </a:r>
                <a:r>
                  <a:rPr lang="es-ES" sz="2000" b="1" dirty="0" err="1"/>
                  <a:t>voltage</a:t>
                </a:r>
                <a:r>
                  <a:rPr lang="es-ES" sz="2000" b="1" dirty="0"/>
                  <a:t> </a:t>
                </a:r>
                <a:r>
                  <a:rPr lang="es-ES" sz="2000" b="1" dirty="0" err="1"/>
                  <a:t>controller</a:t>
                </a:r>
                <a:r>
                  <a:rPr lang="es-ES" sz="2000" dirty="0"/>
                  <a:t>: </a:t>
                </a:r>
              </a:p>
              <a:p>
                <a:pPr lvl="2"/>
                <a:r>
                  <a:rPr lang="es-ES" dirty="0" err="1"/>
                  <a:t>Slow</a:t>
                </a:r>
                <a:r>
                  <a:rPr lang="es-ES" dirty="0"/>
                  <a:t> </a:t>
                </a:r>
                <a:r>
                  <a:rPr lang="es-ES" dirty="0" err="1"/>
                  <a:t>dynamics</a:t>
                </a:r>
                <a:endParaRPr lang="es-ES" dirty="0"/>
              </a:p>
              <a:p>
                <a:pPr lvl="2"/>
                <a:r>
                  <a:rPr lang="es-ES" dirty="0"/>
                  <a:t>Usual time </a:t>
                </a:r>
                <a:r>
                  <a:rPr lang="es-ES" dirty="0" err="1"/>
                  <a:t>constant</a:t>
                </a:r>
                <a:r>
                  <a:rPr lang="es-ES" dirty="0"/>
                  <a:t>: 10-100 ms</a:t>
                </a:r>
              </a:p>
              <a:p>
                <a:pPr lvl="1"/>
                <a:endParaRPr lang="es-ES" sz="2000" dirty="0"/>
              </a:p>
              <a:p>
                <a:pPr lvl="1"/>
                <a:endParaRPr lang="es-ES" sz="2000" dirty="0"/>
              </a:p>
            </p:txBody>
          </p:sp>
        </mc:Choice>
        <mc:Fallback xmlns="">
          <p:sp>
            <p:nvSpPr>
              <p:cNvPr id="35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44032" y="1128183"/>
                <a:ext cx="10993967" cy="5376150"/>
              </a:xfrm>
              <a:blipFill>
                <a:blip r:embed="rId2"/>
                <a:stretch>
                  <a:fillRect l="-776" t="-15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1912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VSC control</a:t>
            </a:r>
            <a:endParaRPr lang="en-GB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err="1"/>
              <a:t>This</a:t>
            </a:r>
            <a:r>
              <a:rPr lang="es-ES"/>
              <a:t> </a:t>
            </a:r>
            <a:r>
              <a:rPr lang="es-ES" err="1"/>
              <a:t>project</a:t>
            </a:r>
            <a:r>
              <a:rPr lang="es-ES"/>
              <a:t> has </a:t>
            </a:r>
            <a:r>
              <a:rPr lang="es-ES" err="1"/>
              <a:t>received</a:t>
            </a:r>
            <a:r>
              <a:rPr lang="es-ES"/>
              <a:t> </a:t>
            </a:r>
            <a:r>
              <a:rPr lang="es-ES" err="1"/>
              <a:t>funding</a:t>
            </a:r>
            <a:r>
              <a:rPr lang="es-ES"/>
              <a:t> </a:t>
            </a:r>
            <a:r>
              <a:rPr lang="es-ES" err="1"/>
              <a:t>from</a:t>
            </a:r>
            <a:r>
              <a:rPr lang="es-ES"/>
              <a:t> </a:t>
            </a:r>
            <a:r>
              <a:rPr lang="es-ES" err="1"/>
              <a:t>the</a:t>
            </a:r>
            <a:r>
              <a:rPr lang="es-ES"/>
              <a:t> </a:t>
            </a:r>
            <a:r>
              <a:rPr lang="es-ES" err="1"/>
              <a:t>European</a:t>
            </a:r>
            <a:r>
              <a:rPr lang="es-ES"/>
              <a:t> </a:t>
            </a:r>
            <a:r>
              <a:rPr lang="es-ES" err="1"/>
              <a:t>Union’s</a:t>
            </a:r>
            <a:r>
              <a:rPr lang="es-ES"/>
              <a:t> </a:t>
            </a:r>
            <a:r>
              <a:rPr lang="es-ES" err="1"/>
              <a:t>Horizon</a:t>
            </a:r>
            <a:r>
              <a:rPr lang="es-ES"/>
              <a:t> </a:t>
            </a:r>
            <a:r>
              <a:rPr lang="es-ES" err="1"/>
              <a:t>Widening</a:t>
            </a:r>
            <a:r>
              <a:rPr lang="es-ES"/>
              <a:t> </a:t>
            </a:r>
            <a:r>
              <a:rPr lang="es-ES" err="1"/>
              <a:t>participation</a:t>
            </a:r>
            <a:r>
              <a:rPr lang="es-ES"/>
              <a:t> and </a:t>
            </a:r>
            <a:r>
              <a:rPr lang="es-ES" err="1"/>
              <a:t>spreading</a:t>
            </a:r>
            <a:r>
              <a:rPr lang="es-ES"/>
              <a:t> </a:t>
            </a:r>
            <a:r>
              <a:rPr lang="es-ES" err="1"/>
              <a:t>excellence</a:t>
            </a:r>
            <a:r>
              <a:rPr lang="es-ES"/>
              <a:t> </a:t>
            </a:r>
            <a:r>
              <a:rPr lang="es-ES" err="1"/>
              <a:t>programme</a:t>
            </a:r>
            <a:r>
              <a:rPr lang="es-ES"/>
              <a:t> </a:t>
            </a:r>
            <a:r>
              <a:rPr lang="es-ES" err="1"/>
              <a:t>under</a:t>
            </a:r>
            <a:r>
              <a:rPr lang="es-ES"/>
              <a:t> </a:t>
            </a:r>
            <a:r>
              <a:rPr lang="es-ES" err="1"/>
              <a:t>grant</a:t>
            </a:r>
            <a:r>
              <a:rPr lang="es-ES"/>
              <a:t> </a:t>
            </a:r>
            <a:r>
              <a:rPr lang="es-ES" err="1"/>
              <a:t>agreement</a:t>
            </a:r>
            <a:r>
              <a:rPr lang="es-ES"/>
              <a:t> No. 101079200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D527B-7932-41F4-A031-049D20E82D5D}" type="slidenum">
              <a:rPr lang="es-ES" smtClean="0"/>
              <a:t>4</a:t>
            </a:fld>
            <a:endParaRPr lang="es-ES"/>
          </a:p>
        </p:txBody>
      </p:sp>
      <p:sp>
        <p:nvSpPr>
          <p:cNvPr id="10" name="Marcador de contenido 2"/>
          <p:cNvSpPr txBox="1">
            <a:spLocks/>
          </p:cNvSpPr>
          <p:nvPr/>
        </p:nvSpPr>
        <p:spPr>
          <a:xfrm>
            <a:off x="895350" y="1384301"/>
            <a:ext cx="10925175" cy="4792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sz="2400"/>
          </a:p>
        </p:txBody>
      </p:sp>
      <p:grpSp>
        <p:nvGrpSpPr>
          <p:cNvPr id="8" name="Grupo 7"/>
          <p:cNvGrpSpPr/>
          <p:nvPr/>
        </p:nvGrpSpPr>
        <p:grpSpPr>
          <a:xfrm>
            <a:off x="6172200" y="3848101"/>
            <a:ext cx="5218647" cy="2240468"/>
            <a:chOff x="315035" y="3947975"/>
            <a:chExt cx="4532137" cy="1797693"/>
          </a:xfrm>
        </p:grpSpPr>
        <p:sp>
          <p:nvSpPr>
            <p:cNvPr id="9" name="Rectángulo redondeado 8"/>
            <p:cNvSpPr/>
            <p:nvPr/>
          </p:nvSpPr>
          <p:spPr>
            <a:xfrm>
              <a:off x="2977990" y="4097741"/>
              <a:ext cx="1104269" cy="93633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err="1"/>
                <a:t>Current</a:t>
              </a:r>
              <a:r>
                <a:rPr lang="es-ES"/>
                <a:t> </a:t>
              </a:r>
              <a:r>
                <a:rPr lang="es-ES" sz="1600" err="1"/>
                <a:t>regulator</a:t>
              </a:r>
              <a:endParaRPr lang="es-ES"/>
            </a:p>
          </p:txBody>
        </p:sp>
        <p:sp>
          <p:nvSpPr>
            <p:cNvPr id="12" name="Rectángulo redondeado 11"/>
            <p:cNvSpPr/>
            <p:nvPr/>
          </p:nvSpPr>
          <p:spPr>
            <a:xfrm>
              <a:off x="1013590" y="5072320"/>
              <a:ext cx="1326162" cy="540488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/>
                <a:t>DC </a:t>
              </a:r>
              <a:r>
                <a:rPr lang="es-ES" err="1"/>
                <a:t>voltage</a:t>
              </a:r>
              <a:r>
                <a:rPr lang="es-ES"/>
                <a:t> </a:t>
              </a:r>
              <a:r>
                <a:rPr lang="es-ES" err="1"/>
                <a:t>regulator</a:t>
              </a:r>
              <a:endParaRPr lang="es-ES"/>
            </a:p>
          </p:txBody>
        </p:sp>
        <p:sp>
          <p:nvSpPr>
            <p:cNvPr id="13" name="Elipse 12"/>
            <p:cNvSpPr/>
            <p:nvPr/>
          </p:nvSpPr>
          <p:spPr>
            <a:xfrm>
              <a:off x="2368116" y="4611104"/>
              <a:ext cx="342645" cy="32212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14" name="Conector recto de flecha 13"/>
            <p:cNvCxnSpPr/>
            <p:nvPr/>
          </p:nvCxnSpPr>
          <p:spPr>
            <a:xfrm>
              <a:off x="637907" y="5232767"/>
              <a:ext cx="375683" cy="0"/>
            </a:xfrm>
            <a:prstGeom prst="straightConnector1">
              <a:avLst/>
            </a:prstGeom>
            <a:ln w="317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de flecha 14"/>
            <p:cNvCxnSpPr/>
            <p:nvPr/>
          </p:nvCxnSpPr>
          <p:spPr>
            <a:xfrm>
              <a:off x="644252" y="5478989"/>
              <a:ext cx="375683" cy="0"/>
            </a:xfrm>
            <a:prstGeom prst="straightConnector1">
              <a:avLst/>
            </a:prstGeom>
            <a:ln w="317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CuadroTexto 15"/>
                <p:cNvSpPr txBox="1"/>
                <p:nvPr/>
              </p:nvSpPr>
              <p:spPr>
                <a:xfrm>
                  <a:off x="315035" y="5072320"/>
                  <a:ext cx="322872" cy="21830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E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𝑑𝑐</m:t>
                            </m:r>
                          </m:sub>
                        </m:sSub>
                      </m:oMath>
                    </m:oMathPara>
                  </a14:m>
                  <a:endParaRPr lang="es-ES"/>
                </a:p>
              </p:txBody>
            </p:sp>
          </mc:Choice>
          <mc:Fallback xmlns="">
            <p:sp>
              <p:nvSpPr>
                <p:cNvPr id="22" name="CuadroTexto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035" y="5072320"/>
                  <a:ext cx="322872" cy="218307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l="-18868" r="-16981" b="-47222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CuadroTexto 16"/>
                <p:cNvSpPr txBox="1"/>
                <p:nvPr/>
              </p:nvSpPr>
              <p:spPr>
                <a:xfrm>
                  <a:off x="315035" y="5341920"/>
                  <a:ext cx="322872" cy="21830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𝑑𝑐</m:t>
                            </m:r>
                          </m:sub>
                          <m:sup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oMath>
                    </m:oMathPara>
                  </a14:m>
                  <a:endParaRPr lang="es-ES"/>
                </a:p>
              </p:txBody>
            </p:sp>
          </mc:Choice>
          <mc:Fallback xmlns="">
            <p:sp>
              <p:nvSpPr>
                <p:cNvPr id="23" name="CuadroTexto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035" y="5341920"/>
                  <a:ext cx="322872" cy="218307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l="-18868" r="-16981" b="-50000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CuadroTexto 17"/>
                <p:cNvSpPr txBox="1"/>
                <p:nvPr/>
              </p:nvSpPr>
              <p:spPr>
                <a:xfrm>
                  <a:off x="437478" y="4030965"/>
                  <a:ext cx="211279" cy="21830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E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</m:oMath>
                    </m:oMathPara>
                  </a14:m>
                  <a:endParaRPr lang="es-ES"/>
                </a:p>
              </p:txBody>
            </p:sp>
          </mc:Choice>
          <mc:Fallback xmlns="">
            <p:sp>
              <p:nvSpPr>
                <p:cNvPr id="24" name="CuadroTexto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7478" y="4030965"/>
                  <a:ext cx="211279" cy="218307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l="-38235" r="-20588" b="-47222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CuadroTexto 18"/>
                <p:cNvSpPr txBox="1"/>
                <p:nvPr/>
              </p:nvSpPr>
              <p:spPr>
                <a:xfrm>
                  <a:off x="427825" y="4441561"/>
                  <a:ext cx="211279" cy="21830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s-ES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  <m:sup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oMath>
                    </m:oMathPara>
                  </a14:m>
                  <a:endParaRPr lang="es-ES"/>
                </a:p>
              </p:txBody>
            </p:sp>
          </mc:Choice>
          <mc:Fallback xmlns="">
            <p:sp>
              <p:nvSpPr>
                <p:cNvPr id="25" name="CuadroTexto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7825" y="4441561"/>
                  <a:ext cx="211279" cy="218307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l="-37143" r="-17143" b="-54286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Rectángulo 19"/>
                <p:cNvSpPr/>
                <p:nvPr/>
              </p:nvSpPr>
              <p:spPr>
                <a:xfrm>
                  <a:off x="361421" y="4611104"/>
                  <a:ext cx="359499" cy="3079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s-ES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  <m:sup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oMath>
                    </m:oMathPara>
                  </a14:m>
                  <a:endParaRPr lang="es-ES"/>
                </a:p>
              </p:txBody>
            </p:sp>
          </mc:Choice>
          <mc:Fallback xmlns="">
            <p:sp>
              <p:nvSpPr>
                <p:cNvPr id="26" name="Rectángulo 2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1421" y="4611104"/>
                  <a:ext cx="359499" cy="307954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b="-31373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Conector recto de flecha 20"/>
            <p:cNvCxnSpPr>
              <a:endCxn id="13" idx="2"/>
            </p:cNvCxnSpPr>
            <p:nvPr/>
          </p:nvCxnSpPr>
          <p:spPr>
            <a:xfrm>
              <a:off x="651670" y="4765014"/>
              <a:ext cx="1716446" cy="7154"/>
            </a:xfrm>
            <a:prstGeom prst="straightConnector1">
              <a:avLst/>
            </a:prstGeom>
            <a:ln w="317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angular 21"/>
            <p:cNvCxnSpPr>
              <a:stCxn id="12" idx="3"/>
              <a:endCxn id="13" idx="4"/>
            </p:cNvCxnSpPr>
            <p:nvPr/>
          </p:nvCxnSpPr>
          <p:spPr>
            <a:xfrm flipV="1">
              <a:off x="2339752" y="4933232"/>
              <a:ext cx="199686" cy="409331"/>
            </a:xfrm>
            <a:prstGeom prst="bentConnector2">
              <a:avLst/>
            </a:prstGeom>
            <a:ln w="317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recto de flecha 22"/>
            <p:cNvCxnSpPr/>
            <p:nvPr/>
          </p:nvCxnSpPr>
          <p:spPr>
            <a:xfrm>
              <a:off x="2710760" y="4772168"/>
              <a:ext cx="260884" cy="0"/>
            </a:xfrm>
            <a:prstGeom prst="straightConnector1">
              <a:avLst/>
            </a:prstGeom>
            <a:ln w="317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recto de flecha 23"/>
            <p:cNvCxnSpPr>
              <a:endCxn id="9" idx="1"/>
            </p:cNvCxnSpPr>
            <p:nvPr/>
          </p:nvCxnSpPr>
          <p:spPr>
            <a:xfrm>
              <a:off x="637907" y="4556266"/>
              <a:ext cx="2340083" cy="9643"/>
            </a:xfrm>
            <a:prstGeom prst="straightConnector1">
              <a:avLst/>
            </a:prstGeom>
            <a:ln w="317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recto de flecha 24"/>
            <p:cNvCxnSpPr/>
            <p:nvPr/>
          </p:nvCxnSpPr>
          <p:spPr>
            <a:xfrm>
              <a:off x="637907" y="4385462"/>
              <a:ext cx="2333737" cy="17720"/>
            </a:xfrm>
            <a:prstGeom prst="straightConnector1">
              <a:avLst/>
            </a:prstGeom>
            <a:ln w="317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cto de flecha 25"/>
            <p:cNvCxnSpPr/>
            <p:nvPr/>
          </p:nvCxnSpPr>
          <p:spPr>
            <a:xfrm>
              <a:off x="647160" y="4241516"/>
              <a:ext cx="2324484" cy="10128"/>
            </a:xfrm>
            <a:prstGeom prst="straightConnector1">
              <a:avLst/>
            </a:prstGeom>
            <a:ln w="317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CuadroTexto 26"/>
                <p:cNvSpPr txBox="1"/>
                <p:nvPr/>
              </p:nvSpPr>
              <p:spPr>
                <a:xfrm>
                  <a:off x="444709" y="4222895"/>
                  <a:ext cx="205726" cy="23518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E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oMath>
                    </m:oMathPara>
                  </a14:m>
                  <a:endParaRPr lang="es-ES"/>
                </a:p>
              </p:txBody>
            </p:sp>
          </mc:Choice>
          <mc:Fallback xmlns="">
            <p:sp>
              <p:nvSpPr>
                <p:cNvPr id="34" name="CuadroTexto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4709" y="4222895"/>
                  <a:ext cx="205726" cy="235185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 l="-38235" r="-17647" b="-55263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Conector recto de flecha 27"/>
            <p:cNvCxnSpPr/>
            <p:nvPr/>
          </p:nvCxnSpPr>
          <p:spPr>
            <a:xfrm>
              <a:off x="4082260" y="4397691"/>
              <a:ext cx="375683" cy="0"/>
            </a:xfrm>
            <a:prstGeom prst="straightConnector1">
              <a:avLst/>
            </a:prstGeom>
            <a:ln w="317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recto de flecha 28"/>
            <p:cNvCxnSpPr/>
            <p:nvPr/>
          </p:nvCxnSpPr>
          <p:spPr>
            <a:xfrm>
              <a:off x="4088605" y="4643913"/>
              <a:ext cx="375683" cy="0"/>
            </a:xfrm>
            <a:prstGeom prst="straightConnector1">
              <a:avLst/>
            </a:prstGeom>
            <a:ln w="317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CuadroTexto 29"/>
            <p:cNvSpPr txBox="1"/>
            <p:nvPr/>
          </p:nvSpPr>
          <p:spPr>
            <a:xfrm>
              <a:off x="2303815" y="4846822"/>
              <a:ext cx="265900" cy="2910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/>
                <a:t>+</a:t>
              </a:r>
            </a:p>
          </p:txBody>
        </p:sp>
        <p:sp>
          <p:nvSpPr>
            <p:cNvPr id="31" name="CuadroTexto 30"/>
            <p:cNvSpPr txBox="1"/>
            <p:nvPr/>
          </p:nvSpPr>
          <p:spPr>
            <a:xfrm>
              <a:off x="2164158" y="4720295"/>
              <a:ext cx="265900" cy="2910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/>
                <a:t>+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Rectángulo 31"/>
                <p:cNvSpPr/>
                <p:nvPr/>
              </p:nvSpPr>
              <p:spPr>
                <a:xfrm>
                  <a:off x="4442075" y="4222895"/>
                  <a:ext cx="405097" cy="29107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</m:oMath>
                    </m:oMathPara>
                  </a14:m>
                  <a:endParaRPr lang="es-ES" dirty="0"/>
                </a:p>
              </p:txBody>
            </p:sp>
          </mc:Choice>
          <mc:Fallback xmlns="">
            <p:sp>
              <p:nvSpPr>
                <p:cNvPr id="39" name="Rectángulo 3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42075" y="4222895"/>
                  <a:ext cx="405097" cy="291076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 b="-36170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Rectángulo 32"/>
                <p:cNvSpPr/>
                <p:nvPr/>
              </p:nvSpPr>
              <p:spPr>
                <a:xfrm>
                  <a:off x="4442075" y="4520008"/>
                  <a:ext cx="399544" cy="3079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oMath>
                    </m:oMathPara>
                  </a14:m>
                  <a:endParaRPr lang="es-ES"/>
                </a:p>
              </p:txBody>
            </p:sp>
          </mc:Choice>
          <mc:Fallback xmlns="">
            <p:sp>
              <p:nvSpPr>
                <p:cNvPr id="40" name="Rectángulo 3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42075" y="4520008"/>
                  <a:ext cx="399544" cy="307954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 b="-31373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Rectángulo redondeado 33"/>
            <p:cNvSpPr/>
            <p:nvPr/>
          </p:nvSpPr>
          <p:spPr>
            <a:xfrm>
              <a:off x="801391" y="3947975"/>
              <a:ext cx="3352819" cy="1797693"/>
            </a:xfrm>
            <a:prstGeom prst="roundRect">
              <a:avLst/>
            </a:prstGeom>
            <a:solidFill>
              <a:schemeClr val="accent1">
                <a:alpha val="24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000"/>
            </a:p>
          </p:txBody>
        </p:sp>
      </p:grpSp>
      <p:pic>
        <p:nvPicPr>
          <p:cNvPr id="3" name="Picture 6">
            <a:extLst>
              <a:ext uri="{FF2B5EF4-FFF2-40B4-BE49-F238E27FC236}">
                <a16:creationId xmlns:a16="http://schemas.microsoft.com/office/drawing/2014/main" id="{41CE523D-1D1C-A368-3DCB-9BC97C1CDB87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t="15349" r="49401" b="47621"/>
          <a:stretch/>
        </p:blipFill>
        <p:spPr>
          <a:xfrm>
            <a:off x="6051373" y="769431"/>
            <a:ext cx="3912067" cy="1559691"/>
          </a:xfrm>
          <a:prstGeom prst="rect">
            <a:avLst/>
          </a:prstGeom>
        </p:spPr>
      </p:pic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E508CBDE-2752-1FB7-7229-7A184D92F2EF}"/>
              </a:ext>
            </a:extLst>
          </p:cNvPr>
          <p:cNvCxnSpPr/>
          <p:nvPr/>
        </p:nvCxnSpPr>
        <p:spPr>
          <a:xfrm>
            <a:off x="8163560" y="611232"/>
            <a:ext cx="0" cy="587189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3">
            <a:extLst>
              <a:ext uri="{FF2B5EF4-FFF2-40B4-BE49-F238E27FC236}">
                <a16:creationId xmlns:a16="http://schemas.microsoft.com/office/drawing/2014/main" id="{38833607-DAC2-E754-1978-CB3E87A902C5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32911" t="41061" r="54849" b="14240"/>
          <a:stretch/>
        </p:blipFill>
        <p:spPr>
          <a:xfrm>
            <a:off x="8188610" y="553104"/>
            <a:ext cx="695326" cy="438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965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1912"/>
          </a:xfrm>
        </p:spPr>
        <p:txBody>
          <a:bodyPr/>
          <a:lstStyle/>
          <a:p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Current control in </a:t>
            </a:r>
            <a:r>
              <a:rPr lang="en-US" err="1">
                <a:solidFill>
                  <a:schemeClr val="tx1">
                    <a:lumMod val="75000"/>
                    <a:lumOff val="25000"/>
                  </a:schemeClr>
                </a:solidFill>
              </a:rPr>
              <a:t>dq</a:t>
            </a: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coordinates</a:t>
            </a:r>
            <a:endParaRPr lang="en-GB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err="1"/>
              <a:t>This</a:t>
            </a:r>
            <a:r>
              <a:rPr lang="es-ES"/>
              <a:t> </a:t>
            </a:r>
            <a:r>
              <a:rPr lang="es-ES" err="1"/>
              <a:t>project</a:t>
            </a:r>
            <a:r>
              <a:rPr lang="es-ES"/>
              <a:t> has </a:t>
            </a:r>
            <a:r>
              <a:rPr lang="es-ES" err="1"/>
              <a:t>received</a:t>
            </a:r>
            <a:r>
              <a:rPr lang="es-ES"/>
              <a:t> </a:t>
            </a:r>
            <a:r>
              <a:rPr lang="es-ES" err="1"/>
              <a:t>funding</a:t>
            </a:r>
            <a:r>
              <a:rPr lang="es-ES"/>
              <a:t> </a:t>
            </a:r>
            <a:r>
              <a:rPr lang="es-ES" err="1"/>
              <a:t>from</a:t>
            </a:r>
            <a:r>
              <a:rPr lang="es-ES"/>
              <a:t> </a:t>
            </a:r>
            <a:r>
              <a:rPr lang="es-ES" err="1"/>
              <a:t>the</a:t>
            </a:r>
            <a:r>
              <a:rPr lang="es-ES"/>
              <a:t> </a:t>
            </a:r>
            <a:r>
              <a:rPr lang="es-ES" err="1"/>
              <a:t>European</a:t>
            </a:r>
            <a:r>
              <a:rPr lang="es-ES"/>
              <a:t> </a:t>
            </a:r>
            <a:r>
              <a:rPr lang="es-ES" err="1"/>
              <a:t>Union’s</a:t>
            </a:r>
            <a:r>
              <a:rPr lang="es-ES"/>
              <a:t> </a:t>
            </a:r>
            <a:r>
              <a:rPr lang="es-ES" err="1"/>
              <a:t>Horizon</a:t>
            </a:r>
            <a:r>
              <a:rPr lang="es-ES"/>
              <a:t> </a:t>
            </a:r>
            <a:r>
              <a:rPr lang="es-ES" err="1"/>
              <a:t>Widening</a:t>
            </a:r>
            <a:r>
              <a:rPr lang="es-ES"/>
              <a:t> </a:t>
            </a:r>
            <a:r>
              <a:rPr lang="es-ES" err="1"/>
              <a:t>participation</a:t>
            </a:r>
            <a:r>
              <a:rPr lang="es-ES"/>
              <a:t> and </a:t>
            </a:r>
            <a:r>
              <a:rPr lang="es-ES" err="1"/>
              <a:t>spreading</a:t>
            </a:r>
            <a:r>
              <a:rPr lang="es-ES"/>
              <a:t> </a:t>
            </a:r>
            <a:r>
              <a:rPr lang="es-ES" err="1"/>
              <a:t>excellence</a:t>
            </a:r>
            <a:r>
              <a:rPr lang="es-ES"/>
              <a:t> </a:t>
            </a:r>
            <a:r>
              <a:rPr lang="es-ES" err="1"/>
              <a:t>programme</a:t>
            </a:r>
            <a:r>
              <a:rPr lang="es-ES"/>
              <a:t> </a:t>
            </a:r>
            <a:r>
              <a:rPr lang="es-ES" err="1"/>
              <a:t>under</a:t>
            </a:r>
            <a:r>
              <a:rPr lang="es-ES"/>
              <a:t> </a:t>
            </a:r>
            <a:r>
              <a:rPr lang="es-ES" err="1"/>
              <a:t>grant</a:t>
            </a:r>
            <a:r>
              <a:rPr lang="es-ES"/>
              <a:t> </a:t>
            </a:r>
            <a:r>
              <a:rPr lang="es-ES" err="1"/>
              <a:t>agreement</a:t>
            </a:r>
            <a:r>
              <a:rPr lang="es-ES"/>
              <a:t> No. 101079200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D527B-7932-41F4-A031-049D20E82D5D}" type="slidenum">
              <a:rPr lang="es-ES" smtClean="0"/>
              <a:t>5</a:t>
            </a:fld>
            <a:endParaRPr lang="es-ES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0E559049-3661-90B6-0F5F-931030A77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1250" y="1076292"/>
            <a:ext cx="10684933" cy="4581558"/>
          </a:xfrm>
        </p:spPr>
        <p:txBody>
          <a:bodyPr>
            <a:normAutofit/>
          </a:bodyPr>
          <a:lstStyle/>
          <a:p>
            <a:r>
              <a:rPr lang="en-US" sz="2400"/>
              <a:t>AC-side equivalent model in </a:t>
            </a:r>
            <a:r>
              <a:rPr lang="en-US" sz="2400" err="1"/>
              <a:t>dq</a:t>
            </a:r>
            <a:r>
              <a:rPr lang="en-US" sz="2400"/>
              <a:t>:</a:t>
            </a:r>
          </a:p>
          <a:p>
            <a:pPr lvl="1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C75140-84ED-1E19-C85A-D1502256E8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091" y="1527525"/>
            <a:ext cx="5583137" cy="201559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76AD5D15-A263-4F5D-844F-908AE10E268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824" t="26064" r="41582" b="27325"/>
          <a:stretch/>
        </p:blipFill>
        <p:spPr>
          <a:xfrm>
            <a:off x="2652714" y="3464540"/>
            <a:ext cx="6591384" cy="2950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190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1912"/>
          </a:xfrm>
        </p:spPr>
        <p:txBody>
          <a:bodyPr/>
          <a:lstStyle/>
          <a:p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Current control in </a:t>
            </a:r>
            <a:r>
              <a:rPr lang="en-US" err="1">
                <a:solidFill>
                  <a:schemeClr val="tx1">
                    <a:lumMod val="75000"/>
                    <a:lumOff val="25000"/>
                  </a:schemeClr>
                </a:solidFill>
              </a:rPr>
              <a:t>dq</a:t>
            </a: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coordinates</a:t>
            </a:r>
            <a:endParaRPr lang="en-GB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err="1"/>
              <a:t>This</a:t>
            </a:r>
            <a:r>
              <a:rPr lang="es-ES"/>
              <a:t> </a:t>
            </a:r>
            <a:r>
              <a:rPr lang="es-ES" err="1"/>
              <a:t>project</a:t>
            </a:r>
            <a:r>
              <a:rPr lang="es-ES"/>
              <a:t> has </a:t>
            </a:r>
            <a:r>
              <a:rPr lang="es-ES" err="1"/>
              <a:t>received</a:t>
            </a:r>
            <a:r>
              <a:rPr lang="es-ES"/>
              <a:t> </a:t>
            </a:r>
            <a:r>
              <a:rPr lang="es-ES" err="1"/>
              <a:t>funding</a:t>
            </a:r>
            <a:r>
              <a:rPr lang="es-ES"/>
              <a:t> </a:t>
            </a:r>
            <a:r>
              <a:rPr lang="es-ES" err="1"/>
              <a:t>from</a:t>
            </a:r>
            <a:r>
              <a:rPr lang="es-ES"/>
              <a:t> </a:t>
            </a:r>
            <a:r>
              <a:rPr lang="es-ES" err="1"/>
              <a:t>the</a:t>
            </a:r>
            <a:r>
              <a:rPr lang="es-ES"/>
              <a:t> </a:t>
            </a:r>
            <a:r>
              <a:rPr lang="es-ES" err="1"/>
              <a:t>European</a:t>
            </a:r>
            <a:r>
              <a:rPr lang="es-ES"/>
              <a:t> </a:t>
            </a:r>
            <a:r>
              <a:rPr lang="es-ES" err="1"/>
              <a:t>Union’s</a:t>
            </a:r>
            <a:r>
              <a:rPr lang="es-ES"/>
              <a:t> </a:t>
            </a:r>
            <a:r>
              <a:rPr lang="es-ES" err="1"/>
              <a:t>Horizon</a:t>
            </a:r>
            <a:r>
              <a:rPr lang="es-ES"/>
              <a:t> </a:t>
            </a:r>
            <a:r>
              <a:rPr lang="es-ES" err="1"/>
              <a:t>Widening</a:t>
            </a:r>
            <a:r>
              <a:rPr lang="es-ES"/>
              <a:t> </a:t>
            </a:r>
            <a:r>
              <a:rPr lang="es-ES" err="1"/>
              <a:t>participation</a:t>
            </a:r>
            <a:r>
              <a:rPr lang="es-ES"/>
              <a:t> and </a:t>
            </a:r>
            <a:r>
              <a:rPr lang="es-ES" err="1"/>
              <a:t>spreading</a:t>
            </a:r>
            <a:r>
              <a:rPr lang="es-ES"/>
              <a:t> </a:t>
            </a:r>
            <a:r>
              <a:rPr lang="es-ES" err="1"/>
              <a:t>excellence</a:t>
            </a:r>
            <a:r>
              <a:rPr lang="es-ES"/>
              <a:t> </a:t>
            </a:r>
            <a:r>
              <a:rPr lang="es-ES" err="1"/>
              <a:t>programme</a:t>
            </a:r>
            <a:r>
              <a:rPr lang="es-ES"/>
              <a:t> </a:t>
            </a:r>
            <a:r>
              <a:rPr lang="es-ES" err="1"/>
              <a:t>under</a:t>
            </a:r>
            <a:r>
              <a:rPr lang="es-ES"/>
              <a:t> </a:t>
            </a:r>
            <a:r>
              <a:rPr lang="es-ES" err="1"/>
              <a:t>grant</a:t>
            </a:r>
            <a:r>
              <a:rPr lang="es-ES"/>
              <a:t> </a:t>
            </a:r>
            <a:r>
              <a:rPr lang="es-ES" err="1"/>
              <a:t>agreement</a:t>
            </a:r>
            <a:r>
              <a:rPr lang="es-ES"/>
              <a:t> No. 101079200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D527B-7932-41F4-A031-049D20E82D5D}" type="slidenum">
              <a:rPr lang="es-ES" smtClean="0"/>
              <a:t>6</a:t>
            </a:fld>
            <a:endParaRPr lang="es-ES"/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90F60032-6921-97C1-C77B-26A48FE7E2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98" r="45503" b="29321"/>
          <a:stretch/>
        </p:blipFill>
        <p:spPr>
          <a:xfrm>
            <a:off x="364520" y="1994041"/>
            <a:ext cx="6219161" cy="382679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/>
              <p:cNvSpPr txBox="1"/>
              <p:nvPr/>
            </p:nvSpPr>
            <p:spPr>
              <a:xfrm>
                <a:off x="734060" y="1423545"/>
                <a:ext cx="4015740" cy="49455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 err="1"/>
                  <a:t>Auxilary</a:t>
                </a:r>
                <a:r>
                  <a:rPr lang="en-GB" sz="2400" dirty="0"/>
                  <a:t> variables: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ES" sz="2400" b="0" i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s-ES" sz="24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</m:oMath>
                </a14:m>
                <a:r>
                  <a:rPr lang="en-GB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ES" sz="240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s-ES" sz="2400" b="0" i="0" smtClean="0">
                            <a:latin typeface="Cambria Math" panose="02040503050406030204" pitchFamily="18" charset="0"/>
                          </a:rPr>
                          <m:t>q</m:t>
                        </m:r>
                      </m:sub>
                    </m:sSub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10" name="CuadroTexto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060" y="1423545"/>
                <a:ext cx="4015740" cy="494559"/>
              </a:xfrm>
              <a:prstGeom prst="rect">
                <a:avLst/>
              </a:prstGeom>
              <a:blipFill>
                <a:blip r:embed="rId3"/>
                <a:stretch>
                  <a:fillRect l="-2276" t="-8642" b="-222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n 5">
            <a:extLst>
              <a:ext uri="{FF2B5EF4-FFF2-40B4-BE49-F238E27FC236}">
                <a16:creationId xmlns:a16="http://schemas.microsoft.com/office/drawing/2014/main" id="{6DE11330-791B-5535-55BD-F59BA4766C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1472" y="1428884"/>
            <a:ext cx="4244364" cy="167510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C76CC59F-8907-12A2-0069-EA4620B56BF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0870" b="7282"/>
          <a:stretch/>
        </p:blipFill>
        <p:spPr>
          <a:xfrm>
            <a:off x="7394626" y="3923748"/>
            <a:ext cx="3039694" cy="2163978"/>
          </a:xfrm>
          <a:prstGeom prst="rect">
            <a:avLst/>
          </a:prstGeom>
        </p:spPr>
      </p:pic>
      <p:sp>
        <p:nvSpPr>
          <p:cNvPr id="13" name="Flecha: a la derecha 12">
            <a:extLst>
              <a:ext uri="{FF2B5EF4-FFF2-40B4-BE49-F238E27FC236}">
                <a16:creationId xmlns:a16="http://schemas.microsoft.com/office/drawing/2014/main" id="{57CB58AD-7EA5-3125-0F64-26EDB2000FCB}"/>
              </a:ext>
            </a:extLst>
          </p:cNvPr>
          <p:cNvSpPr/>
          <p:nvPr/>
        </p:nvSpPr>
        <p:spPr>
          <a:xfrm>
            <a:off x="6552621" y="2086328"/>
            <a:ext cx="1006419" cy="48415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Flecha: a la derecha 13">
            <a:extLst>
              <a:ext uri="{FF2B5EF4-FFF2-40B4-BE49-F238E27FC236}">
                <a16:creationId xmlns:a16="http://schemas.microsoft.com/office/drawing/2014/main" id="{256E1A45-D557-A712-5C20-1F0590238113}"/>
              </a:ext>
            </a:extLst>
          </p:cNvPr>
          <p:cNvSpPr/>
          <p:nvPr/>
        </p:nvSpPr>
        <p:spPr>
          <a:xfrm rot="5400000">
            <a:off x="8847473" y="3381397"/>
            <a:ext cx="836143" cy="48843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9211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1912"/>
          </a:xfrm>
        </p:spPr>
        <p:txBody>
          <a:bodyPr/>
          <a:lstStyle/>
          <a:p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Current control in </a:t>
            </a:r>
            <a:r>
              <a:rPr lang="en-US" err="1">
                <a:solidFill>
                  <a:schemeClr val="tx1">
                    <a:lumMod val="75000"/>
                    <a:lumOff val="25000"/>
                  </a:schemeClr>
                </a:solidFill>
              </a:rPr>
              <a:t>dq</a:t>
            </a: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coordinates</a:t>
            </a:r>
            <a:endParaRPr lang="en-GB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err="1"/>
              <a:t>This</a:t>
            </a:r>
            <a:r>
              <a:rPr lang="es-ES"/>
              <a:t> </a:t>
            </a:r>
            <a:r>
              <a:rPr lang="es-ES" err="1"/>
              <a:t>project</a:t>
            </a:r>
            <a:r>
              <a:rPr lang="es-ES"/>
              <a:t> has </a:t>
            </a:r>
            <a:r>
              <a:rPr lang="es-ES" err="1"/>
              <a:t>received</a:t>
            </a:r>
            <a:r>
              <a:rPr lang="es-ES"/>
              <a:t> </a:t>
            </a:r>
            <a:r>
              <a:rPr lang="es-ES" err="1"/>
              <a:t>funding</a:t>
            </a:r>
            <a:r>
              <a:rPr lang="es-ES"/>
              <a:t> </a:t>
            </a:r>
            <a:r>
              <a:rPr lang="es-ES" err="1"/>
              <a:t>from</a:t>
            </a:r>
            <a:r>
              <a:rPr lang="es-ES"/>
              <a:t> </a:t>
            </a:r>
            <a:r>
              <a:rPr lang="es-ES" err="1"/>
              <a:t>the</a:t>
            </a:r>
            <a:r>
              <a:rPr lang="es-ES"/>
              <a:t> </a:t>
            </a:r>
            <a:r>
              <a:rPr lang="es-ES" err="1"/>
              <a:t>European</a:t>
            </a:r>
            <a:r>
              <a:rPr lang="es-ES"/>
              <a:t> </a:t>
            </a:r>
            <a:r>
              <a:rPr lang="es-ES" err="1"/>
              <a:t>Union’s</a:t>
            </a:r>
            <a:r>
              <a:rPr lang="es-ES"/>
              <a:t> </a:t>
            </a:r>
            <a:r>
              <a:rPr lang="es-ES" err="1"/>
              <a:t>Horizon</a:t>
            </a:r>
            <a:r>
              <a:rPr lang="es-ES"/>
              <a:t> </a:t>
            </a:r>
            <a:r>
              <a:rPr lang="es-ES" err="1"/>
              <a:t>Widening</a:t>
            </a:r>
            <a:r>
              <a:rPr lang="es-ES"/>
              <a:t> </a:t>
            </a:r>
            <a:r>
              <a:rPr lang="es-ES" err="1"/>
              <a:t>participation</a:t>
            </a:r>
            <a:r>
              <a:rPr lang="es-ES"/>
              <a:t> and </a:t>
            </a:r>
            <a:r>
              <a:rPr lang="es-ES" err="1"/>
              <a:t>spreading</a:t>
            </a:r>
            <a:r>
              <a:rPr lang="es-ES"/>
              <a:t> </a:t>
            </a:r>
            <a:r>
              <a:rPr lang="es-ES" err="1"/>
              <a:t>excellence</a:t>
            </a:r>
            <a:r>
              <a:rPr lang="es-ES"/>
              <a:t> </a:t>
            </a:r>
            <a:r>
              <a:rPr lang="es-ES" err="1"/>
              <a:t>programme</a:t>
            </a:r>
            <a:r>
              <a:rPr lang="es-ES"/>
              <a:t> </a:t>
            </a:r>
            <a:r>
              <a:rPr lang="es-ES" err="1"/>
              <a:t>under</a:t>
            </a:r>
            <a:r>
              <a:rPr lang="es-ES"/>
              <a:t> </a:t>
            </a:r>
            <a:r>
              <a:rPr lang="es-ES" err="1"/>
              <a:t>grant</a:t>
            </a:r>
            <a:r>
              <a:rPr lang="es-ES"/>
              <a:t> </a:t>
            </a:r>
            <a:r>
              <a:rPr lang="es-ES" err="1"/>
              <a:t>agreement</a:t>
            </a:r>
            <a:r>
              <a:rPr lang="es-ES"/>
              <a:t> No. 101079200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D527B-7932-41F4-A031-049D20E82D5D}" type="slidenum">
              <a:rPr lang="es-ES" smtClean="0"/>
              <a:t>7</a:t>
            </a:fld>
            <a:endParaRPr lang="es-ES"/>
          </a:p>
        </p:txBody>
      </p:sp>
      <p:sp>
        <p:nvSpPr>
          <p:cNvPr id="14" name="CuadroTexto 13"/>
          <p:cNvSpPr txBox="1"/>
          <p:nvPr/>
        </p:nvSpPr>
        <p:spPr>
          <a:xfrm>
            <a:off x="909320" y="2755295"/>
            <a:ext cx="466275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ES" sz="2400" dirty="0"/>
              <a:t>PI </a:t>
            </a:r>
            <a:r>
              <a:rPr lang="es-ES" sz="2400" dirty="0" err="1"/>
              <a:t>current</a:t>
            </a:r>
            <a:r>
              <a:rPr lang="es-ES" sz="2400" dirty="0"/>
              <a:t> </a:t>
            </a:r>
            <a:r>
              <a:rPr lang="es-ES" sz="2400" dirty="0" err="1"/>
              <a:t>controller</a:t>
            </a:r>
            <a:endParaRPr lang="en-GB" sz="2400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2"/>
          <a:srcRect l="15256" t="23959" r="20897" b="22024"/>
          <a:stretch/>
        </p:blipFill>
        <p:spPr>
          <a:xfrm>
            <a:off x="2808778" y="3098284"/>
            <a:ext cx="6965142" cy="3314737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54A087E7-7B8F-29AC-2D31-91DD70E6D4BC}"/>
              </a:ext>
            </a:extLst>
          </p:cNvPr>
          <p:cNvSpPr/>
          <p:nvPr/>
        </p:nvSpPr>
        <p:spPr>
          <a:xfrm>
            <a:off x="6453632" y="3078993"/>
            <a:ext cx="1033272" cy="89246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28B640A0-A5A1-BC87-16D4-C40C5F83DBDE}"/>
              </a:ext>
            </a:extLst>
          </p:cNvPr>
          <p:cNvSpPr/>
          <p:nvPr/>
        </p:nvSpPr>
        <p:spPr>
          <a:xfrm>
            <a:off x="6453632" y="4821179"/>
            <a:ext cx="1033272" cy="89246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FF91AC9A-AA1E-E187-63C0-6B9586CDA9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8090" r="7934"/>
          <a:stretch/>
        </p:blipFill>
        <p:spPr>
          <a:xfrm>
            <a:off x="1896797" y="1590590"/>
            <a:ext cx="7877123" cy="1145414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50F226EF-9E99-4CBF-D49C-7F40C0625C69}"/>
              </a:ext>
            </a:extLst>
          </p:cNvPr>
          <p:cNvSpPr txBox="1"/>
          <p:nvPr/>
        </p:nvSpPr>
        <p:spPr>
          <a:xfrm>
            <a:off x="838200" y="1095420"/>
            <a:ext cx="466275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ES" sz="2400" dirty="0"/>
              <a:t>Transfer </a:t>
            </a:r>
            <a:r>
              <a:rPr lang="es-ES" sz="2400" dirty="0" err="1"/>
              <a:t>function</a:t>
            </a:r>
            <a:r>
              <a:rPr lang="es-ES" sz="2400" dirty="0"/>
              <a:t> </a:t>
            </a:r>
            <a:r>
              <a:rPr lang="es-ES" sz="2400" dirty="0" err="1"/>
              <a:t>to</a:t>
            </a:r>
            <a:r>
              <a:rPr lang="es-ES" sz="2400" dirty="0"/>
              <a:t> be </a:t>
            </a:r>
            <a:r>
              <a:rPr lang="es-ES" sz="2400" dirty="0" err="1"/>
              <a:t>controlled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782248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1912"/>
          </a:xfrm>
        </p:spPr>
        <p:txBody>
          <a:bodyPr/>
          <a:lstStyle/>
          <a:p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Current control in </a:t>
            </a:r>
            <a:r>
              <a:rPr lang="en-US" err="1">
                <a:solidFill>
                  <a:schemeClr val="tx1">
                    <a:lumMod val="75000"/>
                    <a:lumOff val="25000"/>
                  </a:schemeClr>
                </a:solidFill>
              </a:rPr>
              <a:t>dq</a:t>
            </a: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coordinates</a:t>
            </a:r>
            <a:endParaRPr lang="en-GB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err="1"/>
              <a:t>This</a:t>
            </a:r>
            <a:r>
              <a:rPr lang="es-ES"/>
              <a:t> </a:t>
            </a:r>
            <a:r>
              <a:rPr lang="es-ES" err="1"/>
              <a:t>project</a:t>
            </a:r>
            <a:r>
              <a:rPr lang="es-ES"/>
              <a:t> has </a:t>
            </a:r>
            <a:r>
              <a:rPr lang="es-ES" err="1"/>
              <a:t>received</a:t>
            </a:r>
            <a:r>
              <a:rPr lang="es-ES"/>
              <a:t> </a:t>
            </a:r>
            <a:r>
              <a:rPr lang="es-ES" err="1"/>
              <a:t>funding</a:t>
            </a:r>
            <a:r>
              <a:rPr lang="es-ES"/>
              <a:t> </a:t>
            </a:r>
            <a:r>
              <a:rPr lang="es-ES" err="1"/>
              <a:t>from</a:t>
            </a:r>
            <a:r>
              <a:rPr lang="es-ES"/>
              <a:t> </a:t>
            </a:r>
            <a:r>
              <a:rPr lang="es-ES" err="1"/>
              <a:t>the</a:t>
            </a:r>
            <a:r>
              <a:rPr lang="es-ES"/>
              <a:t> </a:t>
            </a:r>
            <a:r>
              <a:rPr lang="es-ES" err="1"/>
              <a:t>European</a:t>
            </a:r>
            <a:r>
              <a:rPr lang="es-ES"/>
              <a:t> </a:t>
            </a:r>
            <a:r>
              <a:rPr lang="es-ES" err="1"/>
              <a:t>Union’s</a:t>
            </a:r>
            <a:r>
              <a:rPr lang="es-ES"/>
              <a:t> </a:t>
            </a:r>
            <a:r>
              <a:rPr lang="es-ES" err="1"/>
              <a:t>Horizon</a:t>
            </a:r>
            <a:r>
              <a:rPr lang="es-ES"/>
              <a:t> </a:t>
            </a:r>
            <a:r>
              <a:rPr lang="es-ES" err="1"/>
              <a:t>Widening</a:t>
            </a:r>
            <a:r>
              <a:rPr lang="es-ES"/>
              <a:t> </a:t>
            </a:r>
            <a:r>
              <a:rPr lang="es-ES" err="1"/>
              <a:t>participation</a:t>
            </a:r>
            <a:r>
              <a:rPr lang="es-ES"/>
              <a:t> and </a:t>
            </a:r>
            <a:r>
              <a:rPr lang="es-ES" err="1"/>
              <a:t>spreading</a:t>
            </a:r>
            <a:r>
              <a:rPr lang="es-ES"/>
              <a:t> </a:t>
            </a:r>
            <a:r>
              <a:rPr lang="es-ES" err="1"/>
              <a:t>excellence</a:t>
            </a:r>
            <a:r>
              <a:rPr lang="es-ES"/>
              <a:t> </a:t>
            </a:r>
            <a:r>
              <a:rPr lang="es-ES" err="1"/>
              <a:t>programme</a:t>
            </a:r>
            <a:r>
              <a:rPr lang="es-ES"/>
              <a:t> </a:t>
            </a:r>
            <a:r>
              <a:rPr lang="es-ES" err="1"/>
              <a:t>under</a:t>
            </a:r>
            <a:r>
              <a:rPr lang="es-ES"/>
              <a:t> </a:t>
            </a:r>
            <a:r>
              <a:rPr lang="es-ES" err="1"/>
              <a:t>grant</a:t>
            </a:r>
            <a:r>
              <a:rPr lang="es-ES"/>
              <a:t> </a:t>
            </a:r>
            <a:r>
              <a:rPr lang="es-ES" err="1"/>
              <a:t>agreement</a:t>
            </a:r>
            <a:r>
              <a:rPr lang="es-ES"/>
              <a:t> No. 101079200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D527B-7932-41F4-A031-049D20E82D5D}" type="slidenum">
              <a:rPr lang="es-ES" smtClean="0"/>
              <a:t>8</a:t>
            </a:fld>
            <a:endParaRPr lang="es-ES"/>
          </a:p>
        </p:txBody>
      </p:sp>
      <p:grpSp>
        <p:nvGrpSpPr>
          <p:cNvPr id="14" name="Grupo 13"/>
          <p:cNvGrpSpPr/>
          <p:nvPr/>
        </p:nvGrpSpPr>
        <p:grpSpPr>
          <a:xfrm>
            <a:off x="1233652" y="1056476"/>
            <a:ext cx="10522315" cy="5249074"/>
            <a:chOff x="1233652" y="1056476"/>
            <a:chExt cx="10522315" cy="5249074"/>
          </a:xfrm>
        </p:grpSpPr>
        <p:grpSp>
          <p:nvGrpSpPr>
            <p:cNvPr id="13" name="Grupo 12"/>
            <p:cNvGrpSpPr/>
            <p:nvPr/>
          </p:nvGrpSpPr>
          <p:grpSpPr>
            <a:xfrm>
              <a:off x="1718408" y="1056476"/>
              <a:ext cx="10037559" cy="5249074"/>
              <a:chOff x="1718408" y="1056476"/>
              <a:chExt cx="10037559" cy="5249074"/>
            </a:xfrm>
          </p:grpSpPr>
          <p:grpSp>
            <p:nvGrpSpPr>
              <p:cNvPr id="3" name="Grupo 2"/>
              <p:cNvGrpSpPr/>
              <p:nvPr/>
            </p:nvGrpSpPr>
            <p:grpSpPr>
              <a:xfrm>
                <a:off x="1718408" y="1056476"/>
                <a:ext cx="10037559" cy="5219062"/>
                <a:chOff x="1718408" y="1056476"/>
                <a:chExt cx="10037559" cy="5219062"/>
              </a:xfrm>
            </p:grpSpPr>
            <p:sp>
              <p:nvSpPr>
                <p:cNvPr id="10" name="Rectangle 7">
                  <a:extLst>
                    <a:ext uri="{FF2B5EF4-FFF2-40B4-BE49-F238E27FC236}">
                      <a16:creationId xmlns:a16="http://schemas.microsoft.com/office/drawing/2014/main" id="{876DB40B-1ED1-7559-7A38-31720F6C27BF}"/>
                    </a:ext>
                  </a:extLst>
                </p:cNvPr>
                <p:cNvSpPr/>
                <p:nvPr/>
              </p:nvSpPr>
              <p:spPr>
                <a:xfrm>
                  <a:off x="7182908" y="5909733"/>
                  <a:ext cx="3344334" cy="365805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Rectangle 7">
                  <a:extLst>
                    <a:ext uri="{FF2B5EF4-FFF2-40B4-BE49-F238E27FC236}">
                      <a16:creationId xmlns:a16="http://schemas.microsoft.com/office/drawing/2014/main" id="{876DB40B-1ED1-7559-7A38-31720F6C27BF}"/>
                    </a:ext>
                  </a:extLst>
                </p:cNvPr>
                <p:cNvSpPr/>
                <p:nvPr/>
              </p:nvSpPr>
              <p:spPr>
                <a:xfrm>
                  <a:off x="8411633" y="5595408"/>
                  <a:ext cx="3344334" cy="365805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7" name="Picture 5">
                  <a:extLst>
                    <a:ext uri="{FF2B5EF4-FFF2-40B4-BE49-F238E27FC236}">
                      <a16:creationId xmlns:a16="http://schemas.microsoft.com/office/drawing/2014/main" id="{364B4A95-D2D8-7B43-AE04-18A64615F0B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r="357"/>
                <a:stretch/>
              </p:blipFill>
              <p:spPr>
                <a:xfrm>
                  <a:off x="1718408" y="1056476"/>
                  <a:ext cx="8587642" cy="5204527"/>
                </a:xfrm>
                <a:prstGeom prst="rect">
                  <a:avLst/>
                </a:prstGeom>
              </p:spPr>
            </p:pic>
          </p:grpSp>
          <p:sp>
            <p:nvSpPr>
              <p:cNvPr id="6" name="Rectángulo 5"/>
              <p:cNvSpPr/>
              <p:nvPr/>
            </p:nvSpPr>
            <p:spPr>
              <a:xfrm>
                <a:off x="7200900" y="5962650"/>
                <a:ext cx="3457575" cy="3429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12" name="Rectángulo 11"/>
              <p:cNvSpPr/>
              <p:nvPr/>
            </p:nvSpPr>
            <p:spPr>
              <a:xfrm>
                <a:off x="8401050" y="5619750"/>
                <a:ext cx="1866900" cy="44767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sp>
          <p:nvSpPr>
            <p:cNvPr id="8" name="CuadroTexto 7"/>
            <p:cNvSpPr txBox="1"/>
            <p:nvPr/>
          </p:nvSpPr>
          <p:spPr>
            <a:xfrm>
              <a:off x="1233652" y="1336458"/>
              <a:ext cx="5055387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Relationship auxiliary and actual inputs</a:t>
              </a:r>
              <a:endParaRPr lang="en-GB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CuadroTexto 8"/>
                <p:cNvSpPr txBox="1"/>
                <p:nvPr/>
              </p:nvSpPr>
              <p:spPr>
                <a:xfrm>
                  <a:off x="6289039" y="1317262"/>
                  <a:ext cx="5055387" cy="49455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/>
                    <a:t>Actual Inputs computation: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ES" sz="2400">
                              <a:latin typeface="Cambria Math" panose="02040503050406030204" pitchFamily="18" charset="0"/>
                            </a:rPr>
                            <m:t>d</m:t>
                          </m:r>
                        </m:sub>
                      </m:sSub>
                    </m:oMath>
                  </a14:m>
                  <a:r>
                    <a:rPr lang="en-GB" sz="2400"/>
                    <a:t> and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i="1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ES" sz="2400">
                              <a:latin typeface="Cambria Math" panose="02040503050406030204" pitchFamily="18" charset="0"/>
                            </a:rPr>
                            <m:t>q</m:t>
                          </m:r>
                        </m:sub>
                      </m:sSub>
                    </m:oMath>
                  </a14:m>
                  <a:endParaRPr lang="en-GB" sz="2400"/>
                </a:p>
              </p:txBody>
            </p:sp>
          </mc:Choice>
          <mc:Fallback xmlns="">
            <p:sp>
              <p:nvSpPr>
                <p:cNvPr id="9" name="CuadroTexto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9039" y="1317262"/>
                  <a:ext cx="5055387" cy="494559"/>
                </a:xfrm>
                <a:prstGeom prst="rect">
                  <a:avLst/>
                </a:prstGeom>
                <a:blipFill>
                  <a:blip r:embed="rId3"/>
                  <a:stretch>
                    <a:fillRect l="-1930" t="-8642" b="-22222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5" name="Elipse 14">
            <a:extLst>
              <a:ext uri="{FF2B5EF4-FFF2-40B4-BE49-F238E27FC236}">
                <a16:creationId xmlns:a16="http://schemas.microsoft.com/office/drawing/2014/main" id="{BC602057-4116-BC1B-1FA0-E3CAF83F7B0F}"/>
              </a:ext>
            </a:extLst>
          </p:cNvPr>
          <p:cNvSpPr/>
          <p:nvPr/>
        </p:nvSpPr>
        <p:spPr>
          <a:xfrm>
            <a:off x="7741497" y="2034836"/>
            <a:ext cx="659553" cy="63737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4B88DDF5-510C-F254-56E4-82E1DB95C0D3}"/>
              </a:ext>
            </a:extLst>
          </p:cNvPr>
          <p:cNvSpPr/>
          <p:nvPr/>
        </p:nvSpPr>
        <p:spPr>
          <a:xfrm>
            <a:off x="7741496" y="2921439"/>
            <a:ext cx="659553" cy="63737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4626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1912"/>
          </a:xfrm>
        </p:spPr>
        <p:txBody>
          <a:bodyPr/>
          <a:lstStyle/>
          <a:p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Current control in </a:t>
            </a:r>
            <a:r>
              <a:rPr lang="en-US" err="1">
                <a:solidFill>
                  <a:schemeClr val="tx1">
                    <a:lumMod val="75000"/>
                    <a:lumOff val="25000"/>
                  </a:schemeClr>
                </a:solidFill>
              </a:rPr>
              <a:t>dq</a:t>
            </a: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coordinates</a:t>
            </a:r>
            <a:endParaRPr lang="en-GB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err="1"/>
              <a:t>This</a:t>
            </a:r>
            <a:r>
              <a:rPr lang="es-ES"/>
              <a:t> </a:t>
            </a:r>
            <a:r>
              <a:rPr lang="es-ES" err="1"/>
              <a:t>project</a:t>
            </a:r>
            <a:r>
              <a:rPr lang="es-ES"/>
              <a:t> has </a:t>
            </a:r>
            <a:r>
              <a:rPr lang="es-ES" err="1"/>
              <a:t>received</a:t>
            </a:r>
            <a:r>
              <a:rPr lang="es-ES"/>
              <a:t> </a:t>
            </a:r>
            <a:r>
              <a:rPr lang="es-ES" err="1"/>
              <a:t>funding</a:t>
            </a:r>
            <a:r>
              <a:rPr lang="es-ES"/>
              <a:t> </a:t>
            </a:r>
            <a:r>
              <a:rPr lang="es-ES" err="1"/>
              <a:t>from</a:t>
            </a:r>
            <a:r>
              <a:rPr lang="es-ES"/>
              <a:t> </a:t>
            </a:r>
            <a:r>
              <a:rPr lang="es-ES" err="1"/>
              <a:t>the</a:t>
            </a:r>
            <a:r>
              <a:rPr lang="es-ES"/>
              <a:t> </a:t>
            </a:r>
            <a:r>
              <a:rPr lang="es-ES" err="1"/>
              <a:t>European</a:t>
            </a:r>
            <a:r>
              <a:rPr lang="es-ES"/>
              <a:t> </a:t>
            </a:r>
            <a:r>
              <a:rPr lang="es-ES" err="1"/>
              <a:t>Union’s</a:t>
            </a:r>
            <a:r>
              <a:rPr lang="es-ES"/>
              <a:t> </a:t>
            </a:r>
            <a:r>
              <a:rPr lang="es-ES" err="1"/>
              <a:t>Horizon</a:t>
            </a:r>
            <a:r>
              <a:rPr lang="es-ES"/>
              <a:t> </a:t>
            </a:r>
            <a:r>
              <a:rPr lang="es-ES" err="1"/>
              <a:t>Widening</a:t>
            </a:r>
            <a:r>
              <a:rPr lang="es-ES"/>
              <a:t> </a:t>
            </a:r>
            <a:r>
              <a:rPr lang="es-ES" err="1"/>
              <a:t>participation</a:t>
            </a:r>
            <a:r>
              <a:rPr lang="es-ES"/>
              <a:t> and </a:t>
            </a:r>
            <a:r>
              <a:rPr lang="es-ES" err="1"/>
              <a:t>spreading</a:t>
            </a:r>
            <a:r>
              <a:rPr lang="es-ES"/>
              <a:t> </a:t>
            </a:r>
            <a:r>
              <a:rPr lang="es-ES" err="1"/>
              <a:t>excellence</a:t>
            </a:r>
            <a:r>
              <a:rPr lang="es-ES"/>
              <a:t> </a:t>
            </a:r>
            <a:r>
              <a:rPr lang="es-ES" err="1"/>
              <a:t>programme</a:t>
            </a:r>
            <a:r>
              <a:rPr lang="es-ES"/>
              <a:t> </a:t>
            </a:r>
            <a:r>
              <a:rPr lang="es-ES" err="1"/>
              <a:t>under</a:t>
            </a:r>
            <a:r>
              <a:rPr lang="es-ES"/>
              <a:t> </a:t>
            </a:r>
            <a:r>
              <a:rPr lang="es-ES" err="1"/>
              <a:t>grant</a:t>
            </a:r>
            <a:r>
              <a:rPr lang="es-ES"/>
              <a:t> </a:t>
            </a:r>
            <a:r>
              <a:rPr lang="es-ES" err="1"/>
              <a:t>agreement</a:t>
            </a:r>
            <a:r>
              <a:rPr lang="es-ES"/>
              <a:t> No. 101079200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D527B-7932-41F4-A031-049D20E82D5D}" type="slidenum">
              <a:rPr lang="es-ES" smtClean="0"/>
              <a:t>9</a:t>
            </a:fld>
            <a:endParaRPr lang="es-ES"/>
          </a:p>
        </p:txBody>
      </p:sp>
      <p:pic>
        <p:nvPicPr>
          <p:cNvPr id="12" name="Picture 6">
            <a:extLst>
              <a:ext uri="{FF2B5EF4-FFF2-40B4-BE49-F238E27FC236}">
                <a16:creationId xmlns:a16="http://schemas.microsoft.com/office/drawing/2014/main" id="{48E7148E-172F-B5F6-03C7-7DADE097F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8922" y="1042712"/>
            <a:ext cx="8834155" cy="5503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846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1912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Current control in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dq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coordinates</a:t>
            </a:r>
            <a:endParaRPr lang="en-GB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err="1"/>
              <a:t>This</a:t>
            </a:r>
            <a:r>
              <a:rPr lang="es-ES"/>
              <a:t> </a:t>
            </a:r>
            <a:r>
              <a:rPr lang="es-ES" err="1"/>
              <a:t>project</a:t>
            </a:r>
            <a:r>
              <a:rPr lang="es-ES"/>
              <a:t> has </a:t>
            </a:r>
            <a:r>
              <a:rPr lang="es-ES" err="1"/>
              <a:t>received</a:t>
            </a:r>
            <a:r>
              <a:rPr lang="es-ES"/>
              <a:t> </a:t>
            </a:r>
            <a:r>
              <a:rPr lang="es-ES" err="1"/>
              <a:t>funding</a:t>
            </a:r>
            <a:r>
              <a:rPr lang="es-ES"/>
              <a:t> </a:t>
            </a:r>
            <a:r>
              <a:rPr lang="es-ES" err="1"/>
              <a:t>from</a:t>
            </a:r>
            <a:r>
              <a:rPr lang="es-ES"/>
              <a:t> </a:t>
            </a:r>
            <a:r>
              <a:rPr lang="es-ES" err="1"/>
              <a:t>the</a:t>
            </a:r>
            <a:r>
              <a:rPr lang="es-ES"/>
              <a:t> </a:t>
            </a:r>
            <a:r>
              <a:rPr lang="es-ES" err="1"/>
              <a:t>European</a:t>
            </a:r>
            <a:r>
              <a:rPr lang="es-ES"/>
              <a:t> </a:t>
            </a:r>
            <a:r>
              <a:rPr lang="es-ES" err="1"/>
              <a:t>Union’s</a:t>
            </a:r>
            <a:r>
              <a:rPr lang="es-ES"/>
              <a:t> </a:t>
            </a:r>
            <a:r>
              <a:rPr lang="es-ES" err="1"/>
              <a:t>Horizon</a:t>
            </a:r>
            <a:r>
              <a:rPr lang="es-ES"/>
              <a:t> </a:t>
            </a:r>
            <a:r>
              <a:rPr lang="es-ES" err="1"/>
              <a:t>Widening</a:t>
            </a:r>
            <a:r>
              <a:rPr lang="es-ES"/>
              <a:t> </a:t>
            </a:r>
            <a:r>
              <a:rPr lang="es-ES" err="1"/>
              <a:t>participation</a:t>
            </a:r>
            <a:r>
              <a:rPr lang="es-ES"/>
              <a:t> and </a:t>
            </a:r>
            <a:r>
              <a:rPr lang="es-ES" err="1"/>
              <a:t>spreading</a:t>
            </a:r>
            <a:r>
              <a:rPr lang="es-ES"/>
              <a:t> </a:t>
            </a:r>
            <a:r>
              <a:rPr lang="es-ES" err="1"/>
              <a:t>excellence</a:t>
            </a:r>
            <a:r>
              <a:rPr lang="es-ES"/>
              <a:t> </a:t>
            </a:r>
            <a:r>
              <a:rPr lang="es-ES" err="1"/>
              <a:t>programme</a:t>
            </a:r>
            <a:r>
              <a:rPr lang="es-ES"/>
              <a:t> </a:t>
            </a:r>
            <a:r>
              <a:rPr lang="es-ES" err="1"/>
              <a:t>under</a:t>
            </a:r>
            <a:r>
              <a:rPr lang="es-ES"/>
              <a:t> </a:t>
            </a:r>
            <a:r>
              <a:rPr lang="es-ES" err="1"/>
              <a:t>grant</a:t>
            </a:r>
            <a:r>
              <a:rPr lang="es-ES"/>
              <a:t> </a:t>
            </a:r>
            <a:r>
              <a:rPr lang="es-ES" err="1"/>
              <a:t>agreement</a:t>
            </a:r>
            <a:r>
              <a:rPr lang="es-ES"/>
              <a:t> No. 101079200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D527B-7932-41F4-A031-049D20E82D5D}" type="slidenum">
              <a:rPr lang="es-ES" smtClean="0"/>
              <a:t>10</a:t>
            </a:fld>
            <a:endParaRPr lang="es-ES"/>
          </a:p>
        </p:txBody>
      </p:sp>
      <p:sp>
        <p:nvSpPr>
          <p:cNvPr id="14" name="CuadroTexto 13"/>
          <p:cNvSpPr txBox="1"/>
          <p:nvPr/>
        </p:nvSpPr>
        <p:spPr>
          <a:xfrm>
            <a:off x="931454" y="1081103"/>
            <a:ext cx="466275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ES" sz="2400" dirty="0" err="1"/>
              <a:t>Tuning</a:t>
            </a:r>
            <a:r>
              <a:rPr lang="es-ES" sz="2400" dirty="0"/>
              <a:t> </a:t>
            </a:r>
            <a:r>
              <a:rPr lang="es-ES" sz="2400" dirty="0" err="1"/>
              <a:t>of</a:t>
            </a:r>
            <a:r>
              <a:rPr lang="es-ES" sz="2400" dirty="0"/>
              <a:t> </a:t>
            </a:r>
            <a:r>
              <a:rPr lang="es-ES" sz="2400" dirty="0" err="1"/>
              <a:t>the</a:t>
            </a:r>
            <a:r>
              <a:rPr lang="es-ES" sz="2400" dirty="0"/>
              <a:t> </a:t>
            </a:r>
            <a:r>
              <a:rPr lang="es-ES" sz="2400" dirty="0" err="1"/>
              <a:t>controller</a:t>
            </a:r>
            <a:r>
              <a:rPr lang="es-ES" sz="2400" dirty="0"/>
              <a:t> </a:t>
            </a:r>
            <a:r>
              <a:rPr lang="es-ES" sz="2400" dirty="0" err="1"/>
              <a:t>gains</a:t>
            </a:r>
            <a:endParaRPr lang="en-GB" sz="2400" dirty="0"/>
          </a:p>
        </p:txBody>
      </p:sp>
      <p:sp>
        <p:nvSpPr>
          <p:cNvPr id="3" name="Flecha: a la derecha 2">
            <a:extLst>
              <a:ext uri="{FF2B5EF4-FFF2-40B4-BE49-F238E27FC236}">
                <a16:creationId xmlns:a16="http://schemas.microsoft.com/office/drawing/2014/main" id="{94E1867F-6593-1CC0-05FD-BFC0B2B4335A}"/>
              </a:ext>
            </a:extLst>
          </p:cNvPr>
          <p:cNvSpPr/>
          <p:nvPr/>
        </p:nvSpPr>
        <p:spPr>
          <a:xfrm>
            <a:off x="6625772" y="2314680"/>
            <a:ext cx="2054820" cy="36021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DDBAE1C-D26F-13F0-C1EE-9735296CD86F}"/>
              </a:ext>
            </a:extLst>
          </p:cNvPr>
          <p:cNvSpPr txBox="1"/>
          <p:nvPr/>
        </p:nvSpPr>
        <p:spPr>
          <a:xfrm>
            <a:off x="6567714" y="1631880"/>
            <a:ext cx="237308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dirty="0" err="1"/>
              <a:t>Desired</a:t>
            </a:r>
            <a:r>
              <a:rPr lang="es-ES" dirty="0"/>
              <a:t> 1st </a:t>
            </a:r>
            <a:r>
              <a:rPr lang="es-ES" dirty="0" err="1"/>
              <a:t>order</a:t>
            </a:r>
            <a:r>
              <a:rPr lang="es-ES" dirty="0"/>
              <a:t> </a:t>
            </a:r>
          </a:p>
          <a:p>
            <a:pPr algn="ctr"/>
            <a:r>
              <a:rPr lang="es-ES" dirty="0" err="1"/>
              <a:t>closed-loop</a:t>
            </a:r>
            <a:r>
              <a:rPr lang="es-ES" dirty="0"/>
              <a:t> </a:t>
            </a:r>
            <a:r>
              <a:rPr lang="es-ES" dirty="0" err="1"/>
              <a:t>dynamics</a:t>
            </a:r>
            <a:endParaRPr lang="en-GB" dirty="0"/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 rotWithShape="1">
          <a:blip r:embed="rId2"/>
          <a:srcRect l="15256" t="54904" r="20897" b="22788"/>
          <a:stretch/>
        </p:blipFill>
        <p:spPr>
          <a:xfrm>
            <a:off x="352071" y="2010320"/>
            <a:ext cx="6301337" cy="1238491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3"/>
          <a:srcRect l="6538" t="25099" r="33334" b="42992"/>
          <a:stretch/>
        </p:blipFill>
        <p:spPr>
          <a:xfrm>
            <a:off x="352071" y="4070578"/>
            <a:ext cx="5069713" cy="1513347"/>
          </a:xfrm>
          <a:prstGeom prst="rect">
            <a:avLst/>
          </a:prstGeom>
        </p:spPr>
      </p:pic>
      <p:sp>
        <p:nvSpPr>
          <p:cNvPr id="16" name="CuadroTexto 15"/>
          <p:cNvSpPr txBox="1"/>
          <p:nvPr/>
        </p:nvSpPr>
        <p:spPr>
          <a:xfrm>
            <a:off x="931453" y="3557840"/>
            <a:ext cx="466275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Block Algebra</a:t>
            </a:r>
            <a:endParaRPr lang="en-GB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ángulo 16"/>
              <p:cNvSpPr/>
              <p:nvPr/>
            </p:nvSpPr>
            <p:spPr>
              <a:xfrm>
                <a:off x="8221035" y="5218931"/>
                <a:ext cx="2839923" cy="8454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𝑂𝐿</m:t>
                          </m:r>
                        </m:sub>
                      </m:sSub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s-E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d>
                            <m:dPr>
                              <m:ctrlP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𝐿𝑠</m:t>
                              </m:r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7" name="Rectángulo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1035" y="5218931"/>
                <a:ext cx="2839923" cy="84542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CuadroTexto 17">
            <a:extLst>
              <a:ext uri="{FF2B5EF4-FFF2-40B4-BE49-F238E27FC236}">
                <a16:creationId xmlns:a16="http://schemas.microsoft.com/office/drawing/2014/main" id="{4DDBAE1C-D26F-13F0-C1EE-9735296CD86F}"/>
              </a:ext>
            </a:extLst>
          </p:cNvPr>
          <p:cNvSpPr txBox="1"/>
          <p:nvPr/>
        </p:nvSpPr>
        <p:spPr>
          <a:xfrm>
            <a:off x="5193018" y="3629309"/>
            <a:ext cx="2356403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Open Loop </a:t>
            </a:r>
          </a:p>
          <a:p>
            <a:pPr algn="ctr"/>
            <a:r>
              <a:rPr lang="en-GB" sz="2400" dirty="0"/>
              <a:t>Transfer function</a:t>
            </a:r>
          </a:p>
        </p:txBody>
      </p:sp>
      <p:sp>
        <p:nvSpPr>
          <p:cNvPr id="19" name="Flecha: a la derecha 2">
            <a:extLst>
              <a:ext uri="{FF2B5EF4-FFF2-40B4-BE49-F238E27FC236}">
                <a16:creationId xmlns:a16="http://schemas.microsoft.com/office/drawing/2014/main" id="{94E1867F-6593-1CC0-05FD-BFC0B2B4335A}"/>
              </a:ext>
            </a:extLst>
          </p:cNvPr>
          <p:cNvSpPr/>
          <p:nvPr/>
        </p:nvSpPr>
        <p:spPr>
          <a:xfrm>
            <a:off x="5805536" y="4441495"/>
            <a:ext cx="1555503" cy="3602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0" name="Imagen 19"/>
          <p:cNvPicPr>
            <a:picLocks noChangeAspect="1"/>
          </p:cNvPicPr>
          <p:nvPr/>
        </p:nvPicPr>
        <p:blipFill rotWithShape="1">
          <a:blip r:embed="rId5"/>
          <a:srcRect l="33205" t="58376" r="35257" b="24758"/>
          <a:stretch/>
        </p:blipFill>
        <p:spPr>
          <a:xfrm>
            <a:off x="7493076" y="3788672"/>
            <a:ext cx="4527333" cy="1361881"/>
          </a:xfrm>
          <a:prstGeom prst="rect">
            <a:avLst/>
          </a:prstGeom>
        </p:spPr>
      </p:pic>
      <p:pic>
        <p:nvPicPr>
          <p:cNvPr id="21" name="Imagen 20"/>
          <p:cNvPicPr>
            <a:picLocks noChangeAspect="1"/>
          </p:cNvPicPr>
          <p:nvPr/>
        </p:nvPicPr>
        <p:blipFill rotWithShape="1">
          <a:blip r:embed="rId6"/>
          <a:srcRect l="20000" t="26467" r="38718" b="51881"/>
          <a:stretch/>
        </p:blipFill>
        <p:spPr>
          <a:xfrm>
            <a:off x="8940799" y="1943746"/>
            <a:ext cx="3141283" cy="926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5277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1912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Current control in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dq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coordinates</a:t>
            </a:r>
            <a:endParaRPr lang="en-GB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err="1"/>
              <a:t>This</a:t>
            </a:r>
            <a:r>
              <a:rPr lang="es-ES"/>
              <a:t> </a:t>
            </a:r>
            <a:r>
              <a:rPr lang="es-ES" err="1"/>
              <a:t>project</a:t>
            </a:r>
            <a:r>
              <a:rPr lang="es-ES"/>
              <a:t> has </a:t>
            </a:r>
            <a:r>
              <a:rPr lang="es-ES" err="1"/>
              <a:t>received</a:t>
            </a:r>
            <a:r>
              <a:rPr lang="es-ES"/>
              <a:t> </a:t>
            </a:r>
            <a:r>
              <a:rPr lang="es-ES" err="1"/>
              <a:t>funding</a:t>
            </a:r>
            <a:r>
              <a:rPr lang="es-ES"/>
              <a:t> </a:t>
            </a:r>
            <a:r>
              <a:rPr lang="es-ES" err="1"/>
              <a:t>from</a:t>
            </a:r>
            <a:r>
              <a:rPr lang="es-ES"/>
              <a:t> </a:t>
            </a:r>
            <a:r>
              <a:rPr lang="es-ES" err="1"/>
              <a:t>the</a:t>
            </a:r>
            <a:r>
              <a:rPr lang="es-ES"/>
              <a:t> </a:t>
            </a:r>
            <a:r>
              <a:rPr lang="es-ES" err="1"/>
              <a:t>European</a:t>
            </a:r>
            <a:r>
              <a:rPr lang="es-ES"/>
              <a:t> </a:t>
            </a:r>
            <a:r>
              <a:rPr lang="es-ES" err="1"/>
              <a:t>Union’s</a:t>
            </a:r>
            <a:r>
              <a:rPr lang="es-ES"/>
              <a:t> </a:t>
            </a:r>
            <a:r>
              <a:rPr lang="es-ES" err="1"/>
              <a:t>Horizon</a:t>
            </a:r>
            <a:r>
              <a:rPr lang="es-ES"/>
              <a:t> </a:t>
            </a:r>
            <a:r>
              <a:rPr lang="es-ES" err="1"/>
              <a:t>Widening</a:t>
            </a:r>
            <a:r>
              <a:rPr lang="es-ES"/>
              <a:t> </a:t>
            </a:r>
            <a:r>
              <a:rPr lang="es-ES" err="1"/>
              <a:t>participation</a:t>
            </a:r>
            <a:r>
              <a:rPr lang="es-ES"/>
              <a:t> and </a:t>
            </a:r>
            <a:r>
              <a:rPr lang="es-ES" err="1"/>
              <a:t>spreading</a:t>
            </a:r>
            <a:r>
              <a:rPr lang="es-ES"/>
              <a:t> </a:t>
            </a:r>
            <a:r>
              <a:rPr lang="es-ES" err="1"/>
              <a:t>excellence</a:t>
            </a:r>
            <a:r>
              <a:rPr lang="es-ES"/>
              <a:t> </a:t>
            </a:r>
            <a:r>
              <a:rPr lang="es-ES" err="1"/>
              <a:t>programme</a:t>
            </a:r>
            <a:r>
              <a:rPr lang="es-ES"/>
              <a:t> </a:t>
            </a:r>
            <a:r>
              <a:rPr lang="es-ES" err="1"/>
              <a:t>under</a:t>
            </a:r>
            <a:r>
              <a:rPr lang="es-ES"/>
              <a:t> </a:t>
            </a:r>
            <a:r>
              <a:rPr lang="es-ES" err="1"/>
              <a:t>grant</a:t>
            </a:r>
            <a:r>
              <a:rPr lang="es-ES"/>
              <a:t> </a:t>
            </a:r>
            <a:r>
              <a:rPr lang="es-ES" err="1"/>
              <a:t>agreement</a:t>
            </a:r>
            <a:r>
              <a:rPr lang="es-ES"/>
              <a:t> No. 101079200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D527B-7932-41F4-A031-049D20E82D5D}" type="slidenum">
              <a:rPr lang="es-ES" smtClean="0"/>
              <a:t>11</a:t>
            </a:fld>
            <a:endParaRPr lang="es-ES"/>
          </a:p>
        </p:txBody>
      </p:sp>
      <p:sp>
        <p:nvSpPr>
          <p:cNvPr id="14" name="CuadroTexto 13"/>
          <p:cNvSpPr txBox="1"/>
          <p:nvPr/>
        </p:nvSpPr>
        <p:spPr>
          <a:xfrm>
            <a:off x="931454" y="1081103"/>
            <a:ext cx="466275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ES" sz="2400" dirty="0" err="1"/>
              <a:t>Tuning</a:t>
            </a:r>
            <a:r>
              <a:rPr lang="es-ES" sz="2400" dirty="0"/>
              <a:t> </a:t>
            </a:r>
            <a:r>
              <a:rPr lang="es-ES" sz="2400" dirty="0" err="1"/>
              <a:t>of</a:t>
            </a:r>
            <a:r>
              <a:rPr lang="es-ES" sz="2400" dirty="0"/>
              <a:t> </a:t>
            </a:r>
            <a:r>
              <a:rPr lang="es-ES" sz="2400" dirty="0" err="1"/>
              <a:t>the</a:t>
            </a:r>
            <a:r>
              <a:rPr lang="es-ES" sz="2400" dirty="0"/>
              <a:t> </a:t>
            </a:r>
            <a:r>
              <a:rPr lang="es-ES" sz="2400" dirty="0" err="1"/>
              <a:t>controller</a:t>
            </a:r>
            <a:r>
              <a:rPr lang="es-ES" sz="2400" dirty="0"/>
              <a:t> </a:t>
            </a:r>
            <a:r>
              <a:rPr lang="es-ES" sz="2400" dirty="0" err="1"/>
              <a:t>gains</a:t>
            </a:r>
            <a:endParaRPr lang="en-GB" sz="2400" dirty="0"/>
          </a:p>
        </p:txBody>
      </p:sp>
      <p:sp>
        <p:nvSpPr>
          <p:cNvPr id="16" name="CuadroTexto 15"/>
          <p:cNvSpPr txBox="1"/>
          <p:nvPr/>
        </p:nvSpPr>
        <p:spPr>
          <a:xfrm>
            <a:off x="931453" y="1659353"/>
            <a:ext cx="466275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Block Algebra</a:t>
            </a:r>
            <a:endParaRPr lang="en-GB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ángulo 16"/>
              <p:cNvSpPr/>
              <p:nvPr/>
            </p:nvSpPr>
            <p:spPr>
              <a:xfrm>
                <a:off x="4757196" y="3000480"/>
                <a:ext cx="3057244" cy="8613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𝐶𝐿</m:t>
                          </m:r>
                        </m:sub>
                      </m:sSub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s-E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𝑂𝐿</m:t>
                              </m:r>
                            </m:sub>
                          </m:sSub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s-E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s-ES" sz="24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s-ES" sz="2400" i="1">
                                  <a:latin typeface="Cambria Math" panose="02040503050406030204" pitchFamily="18" charset="0"/>
                                </a:rPr>
                                <m:t>𝑂𝐿</m:t>
                              </m:r>
                            </m:sub>
                          </m:sSub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7" name="Rectángulo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7196" y="3000480"/>
                <a:ext cx="3057244" cy="8613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CuadroTexto 17">
            <a:extLst>
              <a:ext uri="{FF2B5EF4-FFF2-40B4-BE49-F238E27FC236}">
                <a16:creationId xmlns:a16="http://schemas.microsoft.com/office/drawing/2014/main" id="{4DDBAE1C-D26F-13F0-C1EE-9735296CD86F}"/>
              </a:ext>
            </a:extLst>
          </p:cNvPr>
          <p:cNvSpPr txBox="1"/>
          <p:nvPr/>
        </p:nvSpPr>
        <p:spPr>
          <a:xfrm>
            <a:off x="4933965" y="1719507"/>
            <a:ext cx="2639218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Closed Loop </a:t>
            </a:r>
          </a:p>
          <a:p>
            <a:pPr algn="ctr"/>
            <a:r>
              <a:rPr lang="en-GB" sz="2400" dirty="0"/>
              <a:t>Transfer function</a:t>
            </a:r>
          </a:p>
        </p:txBody>
      </p:sp>
      <p:sp>
        <p:nvSpPr>
          <p:cNvPr id="19" name="Flecha: a la derecha 2">
            <a:extLst>
              <a:ext uri="{FF2B5EF4-FFF2-40B4-BE49-F238E27FC236}">
                <a16:creationId xmlns:a16="http://schemas.microsoft.com/office/drawing/2014/main" id="{94E1867F-6593-1CC0-05FD-BFC0B2B4335A}"/>
              </a:ext>
            </a:extLst>
          </p:cNvPr>
          <p:cNvSpPr/>
          <p:nvPr/>
        </p:nvSpPr>
        <p:spPr>
          <a:xfrm>
            <a:off x="5102057" y="2550504"/>
            <a:ext cx="2442176" cy="36333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 rotWithShape="1">
          <a:blip r:embed="rId3"/>
          <a:srcRect l="33205" t="58376" r="35257" b="24758"/>
          <a:stretch/>
        </p:blipFill>
        <p:spPr>
          <a:xfrm>
            <a:off x="450845" y="2207664"/>
            <a:ext cx="4527333" cy="1361881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4"/>
          <a:srcRect l="15128" t="22821" r="42821" b="55299"/>
          <a:stretch/>
        </p:blipFill>
        <p:spPr>
          <a:xfrm>
            <a:off x="7938319" y="2161557"/>
            <a:ext cx="3888545" cy="11381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ángulo 19"/>
              <p:cNvSpPr/>
              <p:nvPr/>
            </p:nvSpPr>
            <p:spPr>
              <a:xfrm>
                <a:off x="7664667" y="3295782"/>
                <a:ext cx="4527333" cy="8962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𝐶𝐿</m:t>
                          </m:r>
                        </m:sub>
                      </m:sSub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s-E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d>
                                <m:dPr>
                                  <m:ctrlPr>
                                    <a:rPr lang="es-E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sz="2400" b="0" i="1" smtClean="0">
                                      <a:latin typeface="Cambria Math" panose="02040503050406030204" pitchFamily="18" charset="0"/>
                                    </a:rPr>
                                    <m:t>𝐿𝑠</m:t>
                                  </m:r>
                                  <m:r>
                                    <a:rPr lang="es-ES" sz="24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s-ES" sz="24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</m:d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s-ES" sz="24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s-ES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es-E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s-E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E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s-E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0" name="Rectángulo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4667" y="3295782"/>
                <a:ext cx="4527333" cy="89620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/>
              <p:cNvSpPr txBox="1"/>
              <p:nvPr/>
            </p:nvSpPr>
            <p:spPr>
              <a:xfrm>
                <a:off x="985526" y="4109582"/>
                <a:ext cx="8112175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2400" dirty="0"/>
                  <a:t>Identifying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4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s-ES" sz="2400" i="1">
                            <a:latin typeface="Cambria Math" panose="02040503050406030204" pitchFamily="18" charset="0"/>
                          </a:rPr>
                          <m:t>𝐶𝐿</m:t>
                        </m:r>
                      </m:sub>
                    </m:sSub>
                    <m:d>
                      <m:dPr>
                        <m:ctrlPr>
                          <a:rPr lang="es-E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GB" sz="2400" dirty="0"/>
                  <a:t> with the desired closed-loop dynamic </a:t>
                </a:r>
              </a:p>
            </p:txBody>
          </p:sp>
        </mc:Choice>
        <mc:Fallback xmlns="">
          <p:sp>
            <p:nvSpPr>
              <p:cNvPr id="21" name="CuadroTexto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526" y="4109582"/>
                <a:ext cx="8112175" cy="461665"/>
              </a:xfrm>
              <a:prstGeom prst="rect">
                <a:avLst/>
              </a:prstGeom>
              <a:blipFill>
                <a:blip r:embed="rId6"/>
                <a:stretch>
                  <a:fillRect l="-1053" t="-10526" b="-289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ángulo 23"/>
              <p:cNvSpPr/>
              <p:nvPr/>
            </p:nvSpPr>
            <p:spPr>
              <a:xfrm>
                <a:off x="574724" y="4571247"/>
                <a:ext cx="5374663" cy="13238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𝐶𝐿</m:t>
                          </m:r>
                        </m:sub>
                      </m:sSub>
                      <m:d>
                        <m:dPr>
                          <m:ctrlPr>
                            <a:rPr lang="es-E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d>
                            <m:dPr>
                              <m:ctrlP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E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ES" sz="2400" i="1">
                                      <a:latin typeface="Cambria Math" panose="02040503050406030204" pitchFamily="18" charset="0"/>
                                    </a:rPr>
                                    <m:t>𝐿𝑠</m:t>
                                  </m:r>
                                  <m:r>
                                    <a:rPr lang="es-ES" sz="24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s-ES" sz="24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s-E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sz="2400" i="1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  <m:sub>
                                      <m:r>
                                        <a:rPr lang="es-ES" sz="24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  <m:r>
                                    <a:rPr lang="es-ES" sz="24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s-ES" sz="24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s-E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sz="2400" i="1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  <m:sub>
                                      <m:r>
                                        <a:rPr lang="es-E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𝑐𝑙</m:t>
                              </m:r>
                            </m:sub>
                          </m:sSub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4" name="Rectángulo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724" y="4571247"/>
                <a:ext cx="5374663" cy="132382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Flecha: a la derecha 2">
            <a:extLst>
              <a:ext uri="{FF2B5EF4-FFF2-40B4-BE49-F238E27FC236}">
                <a16:creationId xmlns:a16="http://schemas.microsoft.com/office/drawing/2014/main" id="{94E1867F-6593-1CC0-05FD-BFC0B2B4335A}"/>
              </a:ext>
            </a:extLst>
          </p:cNvPr>
          <p:cNvSpPr/>
          <p:nvPr/>
        </p:nvSpPr>
        <p:spPr>
          <a:xfrm>
            <a:off x="5949387" y="4927796"/>
            <a:ext cx="1594846" cy="3618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ángulo 26"/>
              <p:cNvSpPr/>
              <p:nvPr/>
            </p:nvSpPr>
            <p:spPr>
              <a:xfrm>
                <a:off x="7765803" y="4809598"/>
                <a:ext cx="3659383" cy="5166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𝐿𝑠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𝑐𝑙</m:t>
                          </m:r>
                        </m:sub>
                      </m:sSub>
                      <m:d>
                        <m:dPr>
                          <m:ctrlPr>
                            <a:rPr lang="es-E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7" name="Rectángulo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5803" y="4809598"/>
                <a:ext cx="3659383" cy="51661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ángulo 27"/>
              <p:cNvSpPr/>
              <p:nvPr/>
            </p:nvSpPr>
            <p:spPr>
              <a:xfrm>
                <a:off x="8052899" y="5448697"/>
                <a:ext cx="3659383" cy="7586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s-ES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s-ES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sSub>
                          <m:sSubPr>
                            <m:ctrlPr>
                              <a:rPr lang="es-E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s-ES" sz="2800" i="1">
                                <a:latin typeface="Cambria Math" panose="02040503050406030204" pitchFamily="18" charset="0"/>
                              </a:rPr>
                              <m:t>𝑐𝑙</m:t>
                            </m:r>
                          </m:sub>
                        </m:sSub>
                      </m:den>
                    </m:f>
                  </m:oMath>
                </a14:m>
                <a:r>
                  <a:rPr lang="en-GB" sz="2800" dirty="0"/>
                  <a:t> 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80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s-E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ES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sSub>
                          <m:sSubPr>
                            <m:ctrlPr>
                              <a:rPr lang="es-E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s-ES" sz="2800" i="1">
                                <a:latin typeface="Cambria Math" panose="02040503050406030204" pitchFamily="18" charset="0"/>
                              </a:rPr>
                              <m:t>𝑐𝑙</m:t>
                            </m:r>
                          </m:sub>
                        </m:sSub>
                      </m:den>
                    </m:f>
                  </m:oMath>
                </a14:m>
                <a:r>
                  <a:rPr lang="en-GB" sz="2800" dirty="0"/>
                  <a:t> </a:t>
                </a:r>
              </a:p>
            </p:txBody>
          </p:sp>
        </mc:Choice>
        <mc:Fallback xmlns="">
          <p:sp>
            <p:nvSpPr>
              <p:cNvPr id="28" name="Rectángulo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2899" y="5448697"/>
                <a:ext cx="3659383" cy="758669"/>
              </a:xfrm>
              <a:prstGeom prst="rect">
                <a:avLst/>
              </a:prstGeom>
              <a:blipFill>
                <a:blip r:embed="rId9"/>
                <a:stretch>
                  <a:fillRect b="-40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ángulo 12"/>
          <p:cNvSpPr/>
          <p:nvPr/>
        </p:nvSpPr>
        <p:spPr>
          <a:xfrm>
            <a:off x="8052899" y="5475199"/>
            <a:ext cx="2943050" cy="73216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11209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C5D49-1EA8-E91D-D095-E4D6453F1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33AC0-ADF2-C463-8C6A-BF9DAB551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518" y="294648"/>
            <a:ext cx="11130280" cy="463744"/>
          </a:xfrm>
        </p:spPr>
        <p:txBody>
          <a:bodyPr>
            <a:normAutofit fontScale="90000"/>
          </a:bodyPr>
          <a:lstStyle/>
          <a:p>
            <a:br>
              <a:rPr lang="en-US" sz="4400" dirty="0"/>
            </a:br>
            <a:br>
              <a:rPr lang="en-US" sz="4400" dirty="0"/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Methodology</a:t>
            </a:r>
            <a:br>
              <a:rPr lang="en-US" sz="4400" dirty="0"/>
            </a:b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7F317-52D3-965B-5148-7904BB0BDB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519" y="956734"/>
            <a:ext cx="11565709" cy="530473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D46C31-999A-7068-E644-9A36F2B04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F416B-3F94-4DFA-A3AB-EC6D5E4C9A6C}" type="slidenum">
              <a:rPr lang="en-US" smtClean="0"/>
              <a:t>12</a:t>
            </a:fld>
            <a:endParaRPr lang="en-US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0BDD8288-C243-AC78-EC61-BE1BBEA14A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411" y="1650068"/>
            <a:ext cx="11652070" cy="2102042"/>
          </a:xfrm>
          <a:prstGeom prst="rect">
            <a:avLst/>
          </a:prstGeom>
        </p:spPr>
      </p:pic>
      <p:pic>
        <p:nvPicPr>
          <p:cNvPr id="11" name="Marcador de contenido 5">
            <a:extLst>
              <a:ext uri="{FF2B5EF4-FFF2-40B4-BE49-F238E27FC236}">
                <a16:creationId xmlns:a16="http://schemas.microsoft.com/office/drawing/2014/main" id="{6A35D8C5-7598-A74B-5776-EDA76579FA0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9109" t="15186" r="11282" b="20396"/>
          <a:stretch/>
        </p:blipFill>
        <p:spPr>
          <a:xfrm>
            <a:off x="6708503" y="758392"/>
            <a:ext cx="2277534" cy="2083485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B99ED10A-2A19-A95C-4C63-AB1D31369A57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22" t="17905" r="23759" b="17460"/>
          <a:stretch/>
        </p:blipFill>
        <p:spPr>
          <a:xfrm rot="10800000" flipH="1" flipV="1">
            <a:off x="9830038" y="885565"/>
            <a:ext cx="2094900" cy="182913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45492E36-18B5-F428-1629-336492D4AC68}"/>
              </a:ext>
            </a:extLst>
          </p:cNvPr>
          <p:cNvSpPr txBox="1"/>
          <p:nvPr/>
        </p:nvSpPr>
        <p:spPr>
          <a:xfrm>
            <a:off x="271134" y="2987724"/>
            <a:ext cx="7956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rgbClr val="00B050"/>
                </a:solidFill>
                <a:latin typeface="Aptos" panose="020B0004020202020204" pitchFamily="34" charset="0"/>
              </a:rPr>
              <a:t>✓</a:t>
            </a:r>
            <a:endParaRPr lang="en-US" sz="5400" dirty="0">
              <a:solidFill>
                <a:srgbClr val="00B050"/>
              </a:solidFill>
            </a:endParaRPr>
          </a:p>
        </p:txBody>
      </p:sp>
      <p:sp>
        <p:nvSpPr>
          <p:cNvPr id="7" name="Flecha: hacia abajo 6">
            <a:extLst>
              <a:ext uri="{FF2B5EF4-FFF2-40B4-BE49-F238E27FC236}">
                <a16:creationId xmlns:a16="http://schemas.microsoft.com/office/drawing/2014/main" id="{0CC23044-6F97-2DA5-3615-DFA12976A3F7}"/>
              </a:ext>
            </a:extLst>
          </p:cNvPr>
          <p:cNvSpPr/>
          <p:nvPr/>
        </p:nvSpPr>
        <p:spPr>
          <a:xfrm>
            <a:off x="4605867" y="3752110"/>
            <a:ext cx="440266" cy="66749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Abrir llave 7">
            <a:extLst>
              <a:ext uri="{FF2B5EF4-FFF2-40B4-BE49-F238E27FC236}">
                <a16:creationId xmlns:a16="http://schemas.microsoft.com/office/drawing/2014/main" id="{275EF490-ABD0-6035-1015-B3A36728F232}"/>
              </a:ext>
            </a:extLst>
          </p:cNvPr>
          <p:cNvSpPr/>
          <p:nvPr/>
        </p:nvSpPr>
        <p:spPr>
          <a:xfrm rot="5400000">
            <a:off x="4605867" y="1815302"/>
            <a:ext cx="440266" cy="5791200"/>
          </a:xfrm>
          <a:prstGeom prst="leftBrac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9D8FB53-7DBF-41E7-1A44-A76F03F158EB}"/>
              </a:ext>
            </a:extLst>
          </p:cNvPr>
          <p:cNvSpPr/>
          <p:nvPr/>
        </p:nvSpPr>
        <p:spPr>
          <a:xfrm>
            <a:off x="820116" y="5149333"/>
            <a:ext cx="1817912" cy="974966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6D55F213-3C70-D880-6CA6-17047769ADC5}"/>
              </a:ext>
            </a:extLst>
          </p:cNvPr>
          <p:cNvSpPr/>
          <p:nvPr/>
        </p:nvSpPr>
        <p:spPr>
          <a:xfrm>
            <a:off x="3560323" y="5112404"/>
            <a:ext cx="2559239" cy="1016021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8746D82-8CF1-5F12-8370-4A1425722BA8}"/>
              </a:ext>
            </a:extLst>
          </p:cNvPr>
          <p:cNvSpPr txBox="1">
            <a:spLocks/>
          </p:cNvSpPr>
          <p:nvPr/>
        </p:nvSpPr>
        <p:spPr>
          <a:xfrm>
            <a:off x="2966920" y="984884"/>
            <a:ext cx="11565709" cy="53047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9C6CD3C-4FA6-14D4-02E8-07755BE372F0}"/>
              </a:ext>
            </a:extLst>
          </p:cNvPr>
          <p:cNvSpPr/>
          <p:nvPr/>
        </p:nvSpPr>
        <p:spPr>
          <a:xfrm>
            <a:off x="6987083" y="5124640"/>
            <a:ext cx="2061568" cy="974967"/>
          </a:xfrm>
          <a:prstGeom prst="rect">
            <a:avLst/>
          </a:prstGeom>
          <a:noFill/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8FB80FB-64D1-4486-B622-6E9F074F40B8}"/>
              </a:ext>
            </a:extLst>
          </p:cNvPr>
          <p:cNvSpPr txBox="1"/>
          <p:nvPr/>
        </p:nvSpPr>
        <p:spPr>
          <a:xfrm>
            <a:off x="820115" y="4747721"/>
            <a:ext cx="110913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/>
                </a:solidFill>
                <a:latin typeface="Aptos" panose="020B0004020202020204" pitchFamily="34" charset="0"/>
              </a:rPr>
              <a:t>Plant</a:t>
            </a:r>
            <a:endParaRPr lang="en-US" sz="2000" dirty="0">
              <a:solidFill>
                <a:schemeClr val="accent5"/>
              </a:solidFill>
            </a:endParaRPr>
          </a:p>
          <a:p>
            <a:endParaRPr lang="en-GB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AEA98DA3-7088-5E18-4530-F88543ABE7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1251905" y="5163622"/>
            <a:ext cx="787239" cy="1040756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3AA084AE-227C-7FC1-1FC2-C2071304E873}"/>
              </a:ext>
            </a:extLst>
          </p:cNvPr>
          <p:cNvSpPr txBox="1"/>
          <p:nvPr/>
        </p:nvSpPr>
        <p:spPr>
          <a:xfrm>
            <a:off x="3882894" y="4759776"/>
            <a:ext cx="110913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/>
                </a:solidFill>
                <a:latin typeface="Aptos" panose="020B0004020202020204" pitchFamily="34" charset="0"/>
              </a:rPr>
              <a:t>Control</a:t>
            </a:r>
            <a:endParaRPr lang="en-US" sz="2000" dirty="0">
              <a:solidFill>
                <a:schemeClr val="accent5"/>
              </a:solidFill>
            </a:endParaRPr>
          </a:p>
          <a:p>
            <a:endParaRPr lang="en-GB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497605AE-C97E-98F6-CDE9-C31ACD32244C}"/>
              </a:ext>
            </a:extLst>
          </p:cNvPr>
          <p:cNvSpPr txBox="1"/>
          <p:nvPr/>
        </p:nvSpPr>
        <p:spPr>
          <a:xfrm>
            <a:off x="8319347" y="4736427"/>
            <a:ext cx="110913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/>
                </a:solidFill>
                <a:latin typeface="Aptos" panose="020B0004020202020204" pitchFamily="34" charset="0"/>
              </a:rPr>
              <a:t>SCADA</a:t>
            </a:r>
            <a:endParaRPr lang="en-US" sz="2000" dirty="0">
              <a:solidFill>
                <a:schemeClr val="accent5"/>
              </a:solidFill>
            </a:endParaRPr>
          </a:p>
          <a:p>
            <a:endParaRPr lang="en-GB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6EE1DD08-E5F2-6E6B-08BF-73F6B09EC4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21398" y="5200043"/>
            <a:ext cx="1610090" cy="924256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FB70E147-16ED-CAA8-FDCE-7CA17F61C6F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80338" y="5280401"/>
            <a:ext cx="1260660" cy="759849"/>
          </a:xfrm>
          <a:prstGeom prst="rect">
            <a:avLst/>
          </a:prstGeom>
        </p:spPr>
      </p:pic>
      <p:sp>
        <p:nvSpPr>
          <p:cNvPr id="25" name="Flecha: a la izquierda y derecha 24">
            <a:extLst>
              <a:ext uri="{FF2B5EF4-FFF2-40B4-BE49-F238E27FC236}">
                <a16:creationId xmlns:a16="http://schemas.microsoft.com/office/drawing/2014/main" id="{1F09E66E-7202-129A-0E7F-D8F38049328F}"/>
              </a:ext>
            </a:extLst>
          </p:cNvPr>
          <p:cNvSpPr/>
          <p:nvPr/>
        </p:nvSpPr>
        <p:spPr>
          <a:xfrm>
            <a:off x="6167136" y="5451137"/>
            <a:ext cx="743412" cy="338554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Flecha: a la izquierda y derecha 25">
            <a:extLst>
              <a:ext uri="{FF2B5EF4-FFF2-40B4-BE49-F238E27FC236}">
                <a16:creationId xmlns:a16="http://schemas.microsoft.com/office/drawing/2014/main" id="{8BD19209-4F6E-E92D-8DB2-5FF4C88D6403}"/>
              </a:ext>
            </a:extLst>
          </p:cNvPr>
          <p:cNvSpPr/>
          <p:nvPr/>
        </p:nvSpPr>
        <p:spPr>
          <a:xfrm>
            <a:off x="2747659" y="5491048"/>
            <a:ext cx="743412" cy="338554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83390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1912"/>
          </a:xfrm>
        </p:spPr>
        <p:txBody>
          <a:bodyPr/>
          <a:lstStyle/>
          <a:p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Computation of reference currents</a:t>
            </a:r>
            <a:endParaRPr lang="en-GB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err="1"/>
              <a:t>This</a:t>
            </a:r>
            <a:r>
              <a:rPr lang="es-ES"/>
              <a:t> </a:t>
            </a:r>
            <a:r>
              <a:rPr lang="es-ES" err="1"/>
              <a:t>project</a:t>
            </a:r>
            <a:r>
              <a:rPr lang="es-ES"/>
              <a:t> has </a:t>
            </a:r>
            <a:r>
              <a:rPr lang="es-ES" err="1"/>
              <a:t>received</a:t>
            </a:r>
            <a:r>
              <a:rPr lang="es-ES"/>
              <a:t> </a:t>
            </a:r>
            <a:r>
              <a:rPr lang="es-ES" err="1"/>
              <a:t>funding</a:t>
            </a:r>
            <a:r>
              <a:rPr lang="es-ES"/>
              <a:t> </a:t>
            </a:r>
            <a:r>
              <a:rPr lang="es-ES" err="1"/>
              <a:t>from</a:t>
            </a:r>
            <a:r>
              <a:rPr lang="es-ES"/>
              <a:t> </a:t>
            </a:r>
            <a:r>
              <a:rPr lang="es-ES" err="1"/>
              <a:t>the</a:t>
            </a:r>
            <a:r>
              <a:rPr lang="es-ES"/>
              <a:t> </a:t>
            </a:r>
            <a:r>
              <a:rPr lang="es-ES" err="1"/>
              <a:t>European</a:t>
            </a:r>
            <a:r>
              <a:rPr lang="es-ES"/>
              <a:t> </a:t>
            </a:r>
            <a:r>
              <a:rPr lang="es-ES" err="1"/>
              <a:t>Union’s</a:t>
            </a:r>
            <a:r>
              <a:rPr lang="es-ES"/>
              <a:t> </a:t>
            </a:r>
            <a:r>
              <a:rPr lang="es-ES" err="1"/>
              <a:t>Horizon</a:t>
            </a:r>
            <a:r>
              <a:rPr lang="es-ES"/>
              <a:t> </a:t>
            </a:r>
            <a:r>
              <a:rPr lang="es-ES" err="1"/>
              <a:t>Widening</a:t>
            </a:r>
            <a:r>
              <a:rPr lang="es-ES"/>
              <a:t> </a:t>
            </a:r>
            <a:r>
              <a:rPr lang="es-ES" err="1"/>
              <a:t>participation</a:t>
            </a:r>
            <a:r>
              <a:rPr lang="es-ES"/>
              <a:t> and </a:t>
            </a:r>
            <a:r>
              <a:rPr lang="es-ES" err="1"/>
              <a:t>spreading</a:t>
            </a:r>
            <a:r>
              <a:rPr lang="es-ES"/>
              <a:t> </a:t>
            </a:r>
            <a:r>
              <a:rPr lang="es-ES" err="1"/>
              <a:t>excellence</a:t>
            </a:r>
            <a:r>
              <a:rPr lang="es-ES"/>
              <a:t> </a:t>
            </a:r>
            <a:r>
              <a:rPr lang="es-ES" err="1"/>
              <a:t>programme</a:t>
            </a:r>
            <a:r>
              <a:rPr lang="es-ES"/>
              <a:t> </a:t>
            </a:r>
            <a:r>
              <a:rPr lang="es-ES" err="1"/>
              <a:t>under</a:t>
            </a:r>
            <a:r>
              <a:rPr lang="es-ES"/>
              <a:t> </a:t>
            </a:r>
            <a:r>
              <a:rPr lang="es-ES" err="1"/>
              <a:t>grant</a:t>
            </a:r>
            <a:r>
              <a:rPr lang="es-ES"/>
              <a:t> </a:t>
            </a:r>
            <a:r>
              <a:rPr lang="es-ES" err="1"/>
              <a:t>agreement</a:t>
            </a:r>
            <a:r>
              <a:rPr lang="es-ES"/>
              <a:t> No. 101079200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D527B-7932-41F4-A031-049D20E82D5D}" type="slidenum">
              <a:rPr lang="es-ES" smtClean="0"/>
              <a:t>13</a:t>
            </a:fld>
            <a:endParaRPr lang="es-ES"/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0E559049-3661-90B6-0F5F-931030A77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1250" y="1076292"/>
            <a:ext cx="10684933" cy="4581558"/>
          </a:xfrm>
        </p:spPr>
        <p:txBody>
          <a:bodyPr>
            <a:normAutofit/>
          </a:bodyPr>
          <a:lstStyle/>
          <a:p>
            <a:r>
              <a:rPr lang="en-US" sz="2400"/>
              <a:t>Active and reactive power in </a:t>
            </a:r>
            <a:r>
              <a:rPr lang="en-US" sz="2400" err="1"/>
              <a:t>abc</a:t>
            </a:r>
            <a:r>
              <a:rPr lang="en-US" sz="2400"/>
              <a:t> coordinates:</a:t>
            </a:r>
          </a:p>
          <a:p>
            <a:endParaRPr lang="en-US" sz="2400"/>
          </a:p>
          <a:p>
            <a:endParaRPr lang="en-US" sz="2400"/>
          </a:p>
          <a:p>
            <a:r>
              <a:rPr lang="en-US" sz="2400"/>
              <a:t>Matrix formulation in </a:t>
            </a:r>
            <a:r>
              <a:rPr lang="en-US" sz="2400" err="1"/>
              <a:t>abc</a:t>
            </a:r>
            <a:r>
              <a:rPr lang="en-US" sz="2400"/>
              <a:t> coordinates:</a:t>
            </a:r>
          </a:p>
          <a:p>
            <a:endParaRPr lang="en-US" sz="2400"/>
          </a:p>
          <a:p>
            <a:endParaRPr lang="en-US" sz="2400"/>
          </a:p>
          <a:p>
            <a:r>
              <a:rPr lang="es-ES" sz="2400"/>
              <a:t>Active and reactive </a:t>
            </a:r>
            <a:r>
              <a:rPr lang="es-ES" sz="2400" err="1"/>
              <a:t>power</a:t>
            </a:r>
            <a:r>
              <a:rPr lang="es-ES" sz="2400"/>
              <a:t> in </a:t>
            </a:r>
            <a:r>
              <a:rPr lang="es-ES" sz="2400" err="1"/>
              <a:t>dq</a:t>
            </a:r>
            <a:r>
              <a:rPr lang="es-ES" sz="2400"/>
              <a:t> </a:t>
            </a:r>
            <a:r>
              <a:rPr lang="es-ES" sz="2400" err="1"/>
              <a:t>coordinates</a:t>
            </a:r>
            <a:r>
              <a:rPr lang="en-US" sz="2400"/>
              <a:t>:</a:t>
            </a:r>
          </a:p>
          <a:p>
            <a:endParaRPr lang="en-US" sz="2400"/>
          </a:p>
          <a:p>
            <a:pPr lvl="1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ángulo 8"/>
              <p:cNvSpPr/>
              <p:nvPr/>
            </p:nvSpPr>
            <p:spPr>
              <a:xfrm>
                <a:off x="1905000" y="1599297"/>
                <a:ext cx="9124950" cy="7280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s-ES" sz="20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sSub>
                        <m:sSubPr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s-ES" sz="20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sSub>
                        <m:sSubPr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s-ES" sz="20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sSub>
                        <m:sSubPr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s-ES" sz="200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000" b="0" i="0" smtClean="0">
                          <a:latin typeface="Cambria Math" panose="02040503050406030204" pitchFamily="18" charset="0"/>
                        </a:rPr>
                        <m:t>               </m:t>
                      </m:r>
                      <m:r>
                        <a:rPr lang="es-ES" sz="2000" i="1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s-ES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ES" sz="2000" i="1" dirty="0"/>
              </a:p>
            </p:txBody>
          </p:sp>
        </mc:Choice>
        <mc:Fallback xmlns="">
          <p:sp>
            <p:nvSpPr>
              <p:cNvPr id="9" name="Rectángulo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1599297"/>
                <a:ext cx="9124950" cy="72808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ángulo 11"/>
              <p:cNvSpPr/>
              <p:nvPr/>
            </p:nvSpPr>
            <p:spPr>
              <a:xfrm>
                <a:off x="2091492" y="2911772"/>
                <a:ext cx="8316316" cy="9062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s-ES" sz="20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Sup>
                            <m:sSubSup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ES" sz="2000" b="1">
                                  <a:latin typeface="Cambria Math" panose="02040503050406030204" pitchFamily="18" charset="0"/>
                                </a:rPr>
                                <m:t>𝐢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ES" sz="2000">
                                  <a:latin typeface="Cambria Math" panose="02040503050406030204" pitchFamily="18" charset="0"/>
                                </a:rPr>
                                <m:t>abc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s-ES" sz="200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bSup>
                          <m:r>
                            <a:rPr lang="es-ES" sz="2000" b="1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ES" sz="2000">
                              <a:latin typeface="Cambria Math" panose="02040503050406030204" pitchFamily="18" charset="0"/>
                            </a:rPr>
                            <m:t>abc</m:t>
                          </m:r>
                        </m:sub>
                      </m:sSub>
                      <m:r>
                        <a:rPr lang="es-ES" sz="200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000" b="0" i="0" smtClean="0">
                          <a:latin typeface="Cambria Math" panose="02040503050406030204" pitchFamily="18" charset="0"/>
                        </a:rPr>
                        <m:t>                   </m:t>
                      </m:r>
                      <m:r>
                        <a:rPr lang="es-ES" sz="2000" i="1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s-ES" sz="20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sz="20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Sup>
                                <m:sSubSupPr>
                                  <m:ctrlP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s-ES" sz="2000" b="1">
                                      <a:latin typeface="Cambria Math" panose="02040503050406030204" pitchFamily="18" charset="0"/>
                                    </a:rPr>
                                    <m:t>𝐢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s-ES" sz="2000">
                                      <a:latin typeface="Cambria Math" panose="02040503050406030204" pitchFamily="18" charset="0"/>
                                    </a:rPr>
                                    <m:t>abc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s-ES" sz="200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bSup>
                              <m:r>
                                <a:rPr lang="es-ES" sz="2000" b="1">
                                  <a:latin typeface="Cambria Math" panose="02040503050406030204" pitchFamily="18" charset="0"/>
                                </a:rPr>
                                <m:t>𝐌𝐯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ES" sz="2000">
                                  <a:latin typeface="Cambria Math" panose="02040503050406030204" pitchFamily="18" charset="0"/>
                                </a:rPr>
                                <m:t>abc</m:t>
                              </m:r>
                            </m:sub>
                          </m:sSub>
                        </m:e>
                      </m:d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                   </m:t>
                      </m:r>
                      <m:r>
                        <a:rPr lang="es-ES" sz="2000" b="1">
                          <a:latin typeface="Cambria Math" panose="02040503050406030204" pitchFamily="18" charset="0"/>
                        </a:rPr>
                        <m:t>𝐌</m:t>
                      </m:r>
                      <m:r>
                        <a:rPr lang="es-ES" sz="20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ES" sz="20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ES" sz="20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s-ES" sz="200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sz="200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s-ES" sz="20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ES" sz="20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sz="20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s-ES" sz="200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s-ES" sz="20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ES" sz="2000" dirty="0"/>
              </a:p>
            </p:txBody>
          </p:sp>
        </mc:Choice>
        <mc:Fallback xmlns="">
          <p:sp>
            <p:nvSpPr>
              <p:cNvPr id="12" name="Rectángulo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1492" y="2911772"/>
                <a:ext cx="8316316" cy="9062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ángulo 13"/>
              <p:cNvSpPr/>
              <p:nvPr/>
            </p:nvSpPr>
            <p:spPr>
              <a:xfrm>
                <a:off x="2628899" y="4480071"/>
                <a:ext cx="6962775" cy="7280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s-ES" sz="20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E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sz="2000" b="1">
                                          <a:latin typeface="Cambria Math" panose="02040503050406030204" pitchFamily="18" charset="0"/>
                                        </a:rPr>
                                        <m:t>𝐓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s-ES" sz="2000">
                                          <a:latin typeface="Cambria Math" panose="02040503050406030204" pitchFamily="18" charset="0"/>
                                        </a:rPr>
                                        <m:t>p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s-E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sz="2000" b="1">
                                          <a:latin typeface="Cambria Math" panose="02040503050406030204" pitchFamily="18" charset="0"/>
                                        </a:rPr>
                                        <m:t>𝐢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s-ES" sz="2000">
                                          <a:latin typeface="Cambria Math" panose="02040503050406030204" pitchFamily="18" charset="0"/>
                                        </a:rPr>
                                        <m:t>dq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s-ES" sz="200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sSub>
                            <m:sSub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b="1">
                                  <a:latin typeface="Cambria Math" panose="02040503050406030204" pitchFamily="18" charset="0"/>
                                </a:rPr>
                                <m:t>𝐓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ES" sz="200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sub>
                          </m:sSub>
                          <m:r>
                            <a:rPr lang="es-ES" sz="2000" b="1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ES" sz="2000">
                              <a:latin typeface="Cambria Math" panose="02040503050406030204" pitchFamily="18" charset="0"/>
                            </a:rPr>
                            <m:t>dq</m:t>
                          </m:r>
                        </m:sub>
                      </m:sSub>
                      <m:r>
                        <a:rPr lang="es-ES" sz="2000" b="0" i="0" smtClean="0">
                          <a:latin typeface="Cambria Math" panose="02040503050406030204" pitchFamily="18" charset="0"/>
                        </a:rPr>
                        <m:t>                     </m:t>
                      </m:r>
                      <m:r>
                        <a:rPr lang="es-ES" sz="2000" i="1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s-ES" sz="20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sz="20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p>
                                <m:sSupPr>
                                  <m:ctrlP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s-E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s-E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" sz="2000" b="1">
                                              <a:latin typeface="Cambria Math" panose="02040503050406030204" pitchFamily="18" charset="0"/>
                                            </a:rPr>
                                            <m:t>𝐓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s-ES" sz="2000">
                                              <a:latin typeface="Cambria Math" panose="02040503050406030204" pitchFamily="18" charset="0"/>
                                            </a:rPr>
                                            <m:t>p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s-E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" sz="2000" b="1">
                                              <a:latin typeface="Cambria Math" panose="02040503050406030204" pitchFamily="18" charset="0"/>
                                            </a:rPr>
                                            <m:t>𝐢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s-ES" sz="2000">
                                              <a:latin typeface="Cambria Math" panose="02040503050406030204" pitchFamily="18" charset="0"/>
                                            </a:rPr>
                                            <m:t>dq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s-ES" sz="200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  <m:r>
                                <a:rPr lang="es-ES" sz="2000" b="1">
                                  <a:latin typeface="Cambria Math" panose="02040503050406030204" pitchFamily="18" charset="0"/>
                                </a:rPr>
                                <m:t>𝐌</m:t>
                              </m:r>
                              <m:sSub>
                                <m:sSubPr>
                                  <m:ctrlP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2000" b="1">
                                      <a:latin typeface="Cambria Math" panose="02040503050406030204" pitchFamily="18" charset="0"/>
                                    </a:rPr>
                                    <m:t>𝐓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s-ES" sz="2000">
                                      <a:latin typeface="Cambria Math" panose="02040503050406030204" pitchFamily="18" charset="0"/>
                                    </a:rPr>
                                    <m:t>p</m:t>
                                  </m:r>
                                </m:sub>
                              </m:sSub>
                              <m:r>
                                <a:rPr lang="es-ES" sz="2000" b="1">
                                  <a:latin typeface="Cambria Math" panose="02040503050406030204" pitchFamily="18" charset="0"/>
                                </a:rPr>
                                <m:t>𝐯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ES" sz="2000">
                                  <a:latin typeface="Cambria Math" panose="02040503050406030204" pitchFamily="18" charset="0"/>
                                </a:rPr>
                                <m:t>dq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ES" sz="2000"/>
              </a:p>
            </p:txBody>
          </p:sp>
        </mc:Choice>
        <mc:Fallback xmlns="">
          <p:sp>
            <p:nvSpPr>
              <p:cNvPr id="14" name="Rectángulo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8899" y="4480071"/>
                <a:ext cx="6962775" cy="72808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ángulo 14"/>
              <p:cNvSpPr/>
              <p:nvPr/>
            </p:nvSpPr>
            <p:spPr>
              <a:xfrm>
                <a:off x="2937485" y="5419057"/>
                <a:ext cx="5586465" cy="6685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s-ES" sz="20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s-ES" sz="20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ES" sz="2000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ES" sz="200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ES" sz="200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ES" sz="200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sub>
                          </m:sSub>
                          <m:r>
                            <a:rPr lang="es-ES" sz="20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ES" sz="2000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ES" sz="2000"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ES" sz="200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ES" sz="2000"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</m:sub>
                          </m:sSub>
                        </m:e>
                      </m:d>
                      <m:r>
                        <a:rPr lang="es-ES" sz="2000">
                          <a:latin typeface="Cambria Math" panose="02040503050406030204" pitchFamily="18" charset="0"/>
                        </a:rPr>
                        <m:t>       </m:t>
                      </m:r>
                      <m:r>
                        <a:rPr lang="es-ES" sz="2000" b="0" i="1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s-ES" sz="2000" i="1">
                          <a:latin typeface="Cambria Math" panose="02040503050406030204" pitchFamily="18" charset="0"/>
                        </a:rPr>
                        <m:t>           </m:t>
                      </m:r>
                      <m:r>
                        <a:rPr lang="es-ES" sz="200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s-ES" sz="200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s-ES" sz="20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ES" sz="2000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ES" sz="200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ES" sz="200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ES" sz="2000"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</m:sub>
                          </m:sSub>
                          <m:r>
                            <a:rPr lang="es-ES" sz="200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ES" sz="2000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ES" sz="2000"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ES" sz="200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ES" sz="200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ES" sz="2000" dirty="0"/>
              </a:p>
            </p:txBody>
          </p:sp>
        </mc:Choice>
        <mc:Fallback xmlns="">
          <p:sp>
            <p:nvSpPr>
              <p:cNvPr id="15" name="Rectángulo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7485" y="5419057"/>
                <a:ext cx="5586465" cy="66851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92707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1912"/>
          </a:xfrm>
        </p:spPr>
        <p:txBody>
          <a:bodyPr/>
          <a:lstStyle/>
          <a:p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Computation of reference currents</a:t>
            </a:r>
            <a:endParaRPr lang="en-GB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err="1"/>
              <a:t>This</a:t>
            </a:r>
            <a:r>
              <a:rPr lang="es-ES"/>
              <a:t> </a:t>
            </a:r>
            <a:r>
              <a:rPr lang="es-ES" err="1"/>
              <a:t>project</a:t>
            </a:r>
            <a:r>
              <a:rPr lang="es-ES"/>
              <a:t> has </a:t>
            </a:r>
            <a:r>
              <a:rPr lang="es-ES" err="1"/>
              <a:t>received</a:t>
            </a:r>
            <a:r>
              <a:rPr lang="es-ES"/>
              <a:t> </a:t>
            </a:r>
            <a:r>
              <a:rPr lang="es-ES" err="1"/>
              <a:t>funding</a:t>
            </a:r>
            <a:r>
              <a:rPr lang="es-ES"/>
              <a:t> </a:t>
            </a:r>
            <a:r>
              <a:rPr lang="es-ES" err="1"/>
              <a:t>from</a:t>
            </a:r>
            <a:r>
              <a:rPr lang="es-ES"/>
              <a:t> </a:t>
            </a:r>
            <a:r>
              <a:rPr lang="es-ES" err="1"/>
              <a:t>the</a:t>
            </a:r>
            <a:r>
              <a:rPr lang="es-ES"/>
              <a:t> </a:t>
            </a:r>
            <a:r>
              <a:rPr lang="es-ES" err="1"/>
              <a:t>European</a:t>
            </a:r>
            <a:r>
              <a:rPr lang="es-ES"/>
              <a:t> </a:t>
            </a:r>
            <a:r>
              <a:rPr lang="es-ES" err="1"/>
              <a:t>Union’s</a:t>
            </a:r>
            <a:r>
              <a:rPr lang="es-ES"/>
              <a:t> </a:t>
            </a:r>
            <a:r>
              <a:rPr lang="es-ES" err="1"/>
              <a:t>Horizon</a:t>
            </a:r>
            <a:r>
              <a:rPr lang="es-ES"/>
              <a:t> </a:t>
            </a:r>
            <a:r>
              <a:rPr lang="es-ES" err="1"/>
              <a:t>Widening</a:t>
            </a:r>
            <a:r>
              <a:rPr lang="es-ES"/>
              <a:t> </a:t>
            </a:r>
            <a:r>
              <a:rPr lang="es-ES" err="1"/>
              <a:t>participation</a:t>
            </a:r>
            <a:r>
              <a:rPr lang="es-ES"/>
              <a:t> and </a:t>
            </a:r>
            <a:r>
              <a:rPr lang="es-ES" err="1"/>
              <a:t>spreading</a:t>
            </a:r>
            <a:r>
              <a:rPr lang="es-ES"/>
              <a:t> </a:t>
            </a:r>
            <a:r>
              <a:rPr lang="es-ES" err="1"/>
              <a:t>excellence</a:t>
            </a:r>
            <a:r>
              <a:rPr lang="es-ES"/>
              <a:t> </a:t>
            </a:r>
            <a:r>
              <a:rPr lang="es-ES" err="1"/>
              <a:t>programme</a:t>
            </a:r>
            <a:r>
              <a:rPr lang="es-ES"/>
              <a:t> </a:t>
            </a:r>
            <a:r>
              <a:rPr lang="es-ES" err="1"/>
              <a:t>under</a:t>
            </a:r>
            <a:r>
              <a:rPr lang="es-ES"/>
              <a:t> </a:t>
            </a:r>
            <a:r>
              <a:rPr lang="es-ES" err="1"/>
              <a:t>grant</a:t>
            </a:r>
            <a:r>
              <a:rPr lang="es-ES"/>
              <a:t> </a:t>
            </a:r>
            <a:r>
              <a:rPr lang="es-ES" err="1"/>
              <a:t>agreement</a:t>
            </a:r>
            <a:r>
              <a:rPr lang="es-ES"/>
              <a:t> No. 101079200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D527B-7932-41F4-A031-049D20E82D5D}" type="slidenum">
              <a:rPr lang="es-ES" smtClean="0"/>
              <a:t>14</a:t>
            </a:fld>
            <a:endParaRPr lang="es-ES"/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0E559049-3661-90B6-0F5F-931030A77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1250" y="1076292"/>
            <a:ext cx="10684933" cy="4581558"/>
          </a:xfrm>
        </p:spPr>
        <p:txBody>
          <a:bodyPr>
            <a:normAutofit/>
          </a:bodyPr>
          <a:lstStyle/>
          <a:p>
            <a:r>
              <a:rPr lang="es-ES" sz="2400" dirty="0"/>
              <a:t>Active and reactive </a:t>
            </a:r>
            <a:r>
              <a:rPr lang="es-ES" sz="2400" dirty="0" err="1"/>
              <a:t>power</a:t>
            </a:r>
            <a:r>
              <a:rPr lang="es-ES" sz="2400" dirty="0"/>
              <a:t> in </a:t>
            </a:r>
            <a:r>
              <a:rPr lang="es-ES" sz="2400" dirty="0" err="1"/>
              <a:t>dq</a:t>
            </a:r>
            <a:r>
              <a:rPr lang="es-ES" sz="2400" dirty="0"/>
              <a:t> </a:t>
            </a:r>
            <a:r>
              <a:rPr lang="es-ES" sz="2400" dirty="0" err="1"/>
              <a:t>coordinates</a:t>
            </a:r>
            <a:r>
              <a:rPr lang="es-ES" sz="2400" dirty="0"/>
              <a:t> (</a:t>
            </a:r>
            <a:r>
              <a:rPr lang="es-ES" sz="2400" dirty="0" err="1"/>
              <a:t>matrix</a:t>
            </a:r>
            <a:r>
              <a:rPr lang="es-ES" sz="2400" dirty="0"/>
              <a:t> </a:t>
            </a:r>
            <a:r>
              <a:rPr lang="es-ES" sz="2400" dirty="0" err="1"/>
              <a:t>form</a:t>
            </a:r>
            <a:r>
              <a:rPr lang="es-ES" sz="2400" dirty="0"/>
              <a:t>): </a:t>
            </a:r>
            <a:endParaRPr lang="en-US" sz="2400" dirty="0"/>
          </a:p>
          <a:p>
            <a:endParaRPr lang="en-US" sz="2400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sz="2400" dirty="0"/>
              <a:t>Current references in </a:t>
            </a:r>
            <a:r>
              <a:rPr lang="en-US" sz="2400" dirty="0" err="1"/>
              <a:t>dq</a:t>
            </a:r>
            <a:r>
              <a:rPr lang="en-US" sz="2400" dirty="0"/>
              <a:t> coordinates: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ángulo 14"/>
              <p:cNvSpPr/>
              <p:nvPr/>
            </p:nvSpPr>
            <p:spPr>
              <a:xfrm>
                <a:off x="2994635" y="1609057"/>
                <a:ext cx="5873596" cy="6685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s-ES" sz="20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s-ES" sz="20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e>
                      </m:d>
                      <m:r>
                        <a:rPr lang="es-ES" sz="2000">
                          <a:latin typeface="Cambria Math" panose="02040503050406030204" pitchFamily="18" charset="0"/>
                        </a:rPr>
                        <m:t>       </m:t>
                      </m:r>
                      <m:r>
                        <a:rPr lang="es-ES" sz="2000" b="0" i="1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s-ES" sz="2000" i="1">
                          <a:latin typeface="Cambria Math" panose="02040503050406030204" pitchFamily="18" charset="0"/>
                        </a:rPr>
                        <m:t>           </m:t>
                      </m:r>
                      <m:r>
                        <a:rPr lang="es-ES" sz="200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s-ES" sz="200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ES" sz="2000" i="1" dirty="0"/>
              </a:p>
            </p:txBody>
          </p:sp>
        </mc:Choice>
        <mc:Fallback xmlns="">
          <p:sp>
            <p:nvSpPr>
              <p:cNvPr id="15" name="Rectángulo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4635" y="1609057"/>
                <a:ext cx="5873596" cy="66851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ángulo 9"/>
              <p:cNvSpPr/>
              <p:nvPr/>
            </p:nvSpPr>
            <p:spPr>
              <a:xfrm>
                <a:off x="2413610" y="2571082"/>
                <a:ext cx="6641049" cy="7673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E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2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ES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sz="20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ES" sz="20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s-ES" sz="20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s-E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2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ES" sz="20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s-ES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20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s-ES" sz="20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E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20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s-ES" sz="20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s-E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20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ES" sz="20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s-ES" sz="20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E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20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s-ES" sz="2000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s-ES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20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s-ES" sz="20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s-ES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20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s-ES" sz="20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s-E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s-E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s-ES" sz="2000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s-E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s-ES" sz="2000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s-ES" sz="20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  <m:sup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  <m:sup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s-E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20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s-ES" sz="2000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E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20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ES" sz="20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s-ES" sz="2000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s-E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20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s-ES" sz="2000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E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20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ES" sz="20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s-ES" sz="2000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ES" sz="20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sz="20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ES" sz="2000" dirty="0"/>
              </a:p>
            </p:txBody>
          </p:sp>
        </mc:Choice>
        <mc:Fallback xmlns="">
          <p:sp>
            <p:nvSpPr>
              <p:cNvPr id="10" name="Rectángulo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3610" y="2571082"/>
                <a:ext cx="6641049" cy="7673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ángulo 2"/>
              <p:cNvSpPr/>
              <p:nvPr/>
            </p:nvSpPr>
            <p:spPr>
              <a:xfrm>
                <a:off x="2868385" y="4214213"/>
                <a:ext cx="6117765" cy="8005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E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  <m:sup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s-ES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d>
                        <m:dPr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  <m:t>𝑠𝑑</m:t>
                                  </m:r>
                                </m:sub>
                              </m:sSub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p>
                                  <m: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  <m:t>𝑠𝑞</m:t>
                                  </m:r>
                                </m:sub>
                              </m:sSub>
                            </m:num>
                            <m:den>
                              <m:sSubSup>
                                <m:sSubSupPr>
                                  <m:ctrlP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  <m:t>𝑠𝑑</m:t>
                                  </m:r>
                                </m:sub>
                                <m:sup>
                                  <m: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  <m:t>𝑠𝑞</m:t>
                                  </m:r>
                                </m:sub>
                                <m:sup>
                                  <m: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e>
                      </m:d>
                      <m:r>
                        <a:rPr lang="es-ES" sz="20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         </m:t>
                      </m:r>
                      <m:sSubSup>
                        <m:sSubSupPr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  <m:sup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s-ES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d>
                        <m:dPr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  <m:t>𝑠𝑞</m:t>
                                  </m:r>
                                </m:sub>
                              </m:sSub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p>
                                  <m: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  <m:t>𝑠𝑑</m:t>
                                  </m:r>
                                </m:sub>
                              </m:sSub>
                            </m:num>
                            <m:den>
                              <m:sSubSup>
                                <m:sSubSupPr>
                                  <m:ctrlP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  <m:t>𝑠𝑑</m:t>
                                  </m:r>
                                </m:sub>
                                <m:sup>
                                  <m: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  <m:t>𝑠𝑞</m:t>
                                  </m:r>
                                </m:sub>
                                <m:sup>
                                  <m:r>
                                    <a:rPr lang="es-ES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e>
                      </m:d>
                    </m:oMath>
                  </m:oMathPara>
                </a14:m>
                <a:endParaRPr lang="es-ES" sz="2000" i="1" dirty="0"/>
              </a:p>
            </p:txBody>
          </p:sp>
        </mc:Choice>
        <mc:Fallback xmlns="">
          <p:sp>
            <p:nvSpPr>
              <p:cNvPr id="3" name="Rectángu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8385" y="4214213"/>
                <a:ext cx="6117765" cy="80054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36917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1912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DC-link voltage control</a:t>
            </a:r>
            <a:endParaRPr lang="en-GB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err="1"/>
              <a:t>This</a:t>
            </a:r>
            <a:r>
              <a:rPr lang="es-ES"/>
              <a:t> </a:t>
            </a:r>
            <a:r>
              <a:rPr lang="es-ES" err="1"/>
              <a:t>project</a:t>
            </a:r>
            <a:r>
              <a:rPr lang="es-ES"/>
              <a:t> has </a:t>
            </a:r>
            <a:r>
              <a:rPr lang="es-ES" err="1"/>
              <a:t>received</a:t>
            </a:r>
            <a:r>
              <a:rPr lang="es-ES"/>
              <a:t> </a:t>
            </a:r>
            <a:r>
              <a:rPr lang="es-ES" err="1"/>
              <a:t>funding</a:t>
            </a:r>
            <a:r>
              <a:rPr lang="es-ES"/>
              <a:t> </a:t>
            </a:r>
            <a:r>
              <a:rPr lang="es-ES" err="1"/>
              <a:t>from</a:t>
            </a:r>
            <a:r>
              <a:rPr lang="es-ES"/>
              <a:t> </a:t>
            </a:r>
            <a:r>
              <a:rPr lang="es-ES" err="1"/>
              <a:t>the</a:t>
            </a:r>
            <a:r>
              <a:rPr lang="es-ES"/>
              <a:t> </a:t>
            </a:r>
            <a:r>
              <a:rPr lang="es-ES" err="1"/>
              <a:t>European</a:t>
            </a:r>
            <a:r>
              <a:rPr lang="es-ES"/>
              <a:t> </a:t>
            </a:r>
            <a:r>
              <a:rPr lang="es-ES" err="1"/>
              <a:t>Union’s</a:t>
            </a:r>
            <a:r>
              <a:rPr lang="es-ES"/>
              <a:t> </a:t>
            </a:r>
            <a:r>
              <a:rPr lang="es-ES" err="1"/>
              <a:t>Horizon</a:t>
            </a:r>
            <a:r>
              <a:rPr lang="es-ES"/>
              <a:t> </a:t>
            </a:r>
            <a:r>
              <a:rPr lang="es-ES" err="1"/>
              <a:t>Widening</a:t>
            </a:r>
            <a:r>
              <a:rPr lang="es-ES"/>
              <a:t> </a:t>
            </a:r>
            <a:r>
              <a:rPr lang="es-ES" err="1"/>
              <a:t>participation</a:t>
            </a:r>
            <a:r>
              <a:rPr lang="es-ES"/>
              <a:t> and </a:t>
            </a:r>
            <a:r>
              <a:rPr lang="es-ES" err="1"/>
              <a:t>spreading</a:t>
            </a:r>
            <a:r>
              <a:rPr lang="es-ES"/>
              <a:t> </a:t>
            </a:r>
            <a:r>
              <a:rPr lang="es-ES" err="1"/>
              <a:t>excellence</a:t>
            </a:r>
            <a:r>
              <a:rPr lang="es-ES"/>
              <a:t> </a:t>
            </a:r>
            <a:r>
              <a:rPr lang="es-ES" err="1"/>
              <a:t>programme</a:t>
            </a:r>
            <a:r>
              <a:rPr lang="es-ES"/>
              <a:t> </a:t>
            </a:r>
            <a:r>
              <a:rPr lang="es-ES" err="1"/>
              <a:t>under</a:t>
            </a:r>
            <a:r>
              <a:rPr lang="es-ES"/>
              <a:t> </a:t>
            </a:r>
            <a:r>
              <a:rPr lang="es-ES" err="1"/>
              <a:t>grant</a:t>
            </a:r>
            <a:r>
              <a:rPr lang="es-ES"/>
              <a:t> </a:t>
            </a:r>
            <a:r>
              <a:rPr lang="es-ES" err="1"/>
              <a:t>agreement</a:t>
            </a:r>
            <a:r>
              <a:rPr lang="es-ES"/>
              <a:t> No. 101079200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D527B-7932-41F4-A031-049D20E82D5D}" type="slidenum">
              <a:rPr lang="es-ES" smtClean="0"/>
              <a:t>15</a:t>
            </a:fld>
            <a:endParaRPr lang="es-ES"/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0E559049-3661-90B6-0F5F-931030A77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1250" y="1076292"/>
            <a:ext cx="10684933" cy="4581558"/>
          </a:xfrm>
        </p:spPr>
        <p:txBody>
          <a:bodyPr>
            <a:normAutofit/>
          </a:bodyPr>
          <a:lstStyle/>
          <a:p>
            <a:r>
              <a:rPr lang="en-US" sz="2400" dirty="0"/>
              <a:t>DC-side equivalent circuit in </a:t>
            </a:r>
            <a:r>
              <a:rPr lang="en-US" sz="2400" dirty="0" err="1"/>
              <a:t>abc</a:t>
            </a:r>
            <a:r>
              <a:rPr lang="en-US" sz="2400" dirty="0"/>
              <a:t> and </a:t>
            </a:r>
            <a:r>
              <a:rPr lang="en-US" sz="2400" dirty="0" err="1"/>
              <a:t>dq</a:t>
            </a:r>
            <a:r>
              <a:rPr lang="en-US" sz="2400" dirty="0"/>
              <a:t>: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s-ES" sz="2400" dirty="0" err="1"/>
              <a:t>Power</a:t>
            </a:r>
            <a:r>
              <a:rPr lang="es-ES" sz="2400" dirty="0"/>
              <a:t> balance </a:t>
            </a:r>
            <a:r>
              <a:rPr lang="es-ES" sz="2400" dirty="0" err="1"/>
              <a:t>between</a:t>
            </a:r>
            <a:r>
              <a:rPr lang="es-ES" sz="2400" dirty="0"/>
              <a:t> AC and DC </a:t>
            </a:r>
            <a:r>
              <a:rPr lang="es-ES" sz="2400" dirty="0" err="1"/>
              <a:t>side</a:t>
            </a:r>
            <a:r>
              <a:rPr lang="es-ES" sz="2400" dirty="0"/>
              <a:t> </a:t>
            </a:r>
            <a:r>
              <a:rPr lang="es-ES" sz="2400" dirty="0" err="1"/>
              <a:t>of</a:t>
            </a:r>
            <a:r>
              <a:rPr lang="es-ES" sz="2400" dirty="0"/>
              <a:t> </a:t>
            </a:r>
            <a:r>
              <a:rPr lang="es-ES" sz="2400" dirty="0" err="1"/>
              <a:t>the</a:t>
            </a:r>
            <a:r>
              <a:rPr lang="es-ES" sz="2400" dirty="0"/>
              <a:t> VSC</a:t>
            </a:r>
            <a:endParaRPr lang="en-US" sz="2400" dirty="0"/>
          </a:p>
          <a:p>
            <a:endParaRPr lang="en-US" sz="2400" dirty="0"/>
          </a:p>
          <a:p>
            <a:pPr lvl="1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ángulo 6"/>
              <p:cNvSpPr/>
              <p:nvPr/>
            </p:nvSpPr>
            <p:spPr>
              <a:xfrm>
                <a:off x="1471712" y="4416870"/>
                <a:ext cx="152458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E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𝑑𝑐</m:t>
                          </m:r>
                        </m:sub>
                        <m:sup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s-E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𝑎𝑐</m:t>
                          </m:r>
                        </m:sub>
                      </m:sSub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7" name="Rectángulo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1712" y="4416870"/>
                <a:ext cx="1524585" cy="461665"/>
              </a:xfrm>
              <a:prstGeom prst="rect">
                <a:avLst/>
              </a:prstGeom>
              <a:blipFill>
                <a:blip r:embed="rId2"/>
                <a:stretch>
                  <a:fillRect b="-10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6">
            <a:extLst>
              <a:ext uri="{FF2B5EF4-FFF2-40B4-BE49-F238E27FC236}">
                <a16:creationId xmlns:a16="http://schemas.microsoft.com/office/drawing/2014/main" id="{D0150A50-0D0B-D7FF-A412-FA39ED46253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5349" r="49401" b="47621"/>
          <a:stretch/>
        </p:blipFill>
        <p:spPr>
          <a:xfrm>
            <a:off x="7736972" y="1777467"/>
            <a:ext cx="3912067" cy="155969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ángulo 8">
                <a:extLst>
                  <a:ext uri="{FF2B5EF4-FFF2-40B4-BE49-F238E27FC236}">
                    <a16:creationId xmlns:a16="http://schemas.microsoft.com/office/drawing/2014/main" id="{602B57B2-BC61-4DFA-910B-45970EA520ED}"/>
                  </a:ext>
                </a:extLst>
              </p:cNvPr>
              <p:cNvSpPr/>
              <p:nvPr/>
            </p:nvSpPr>
            <p:spPr>
              <a:xfrm>
                <a:off x="838787" y="1743554"/>
                <a:ext cx="5931688" cy="11628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f>
                        <m:fPr>
                          <m:ctrlPr>
                            <a:rPr lang="es-E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𝑑𝑐</m:t>
                              </m:r>
                            </m:sub>
                          </m:sSub>
                        </m:num>
                        <m:den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𝑑𝑐</m:t>
                          </m:r>
                        </m:sub>
                      </m:sSub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s-E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𝑑𝑐</m:t>
                          </m:r>
                        </m:sub>
                        <m:sup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ES" sz="24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s-E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sSub>
                        <m:sSubPr>
                          <m:ctrlPr>
                            <a:rPr lang="es-E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s-E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sSub>
                        <m:sSubPr>
                          <m:ctrlPr>
                            <a:rPr lang="es-E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sSub>
                        <m:sSubPr>
                          <m:ctrlPr>
                            <a:rPr lang="es-E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s-ES" sz="2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ES" sz="2400" dirty="0"/>
              </a:p>
              <a:p>
                <a:endParaRPr lang="es-ES" sz="2400" dirty="0"/>
              </a:p>
            </p:txBody>
          </p:sp>
        </mc:Choice>
        <mc:Fallback xmlns="">
          <p:sp>
            <p:nvSpPr>
              <p:cNvPr id="9" name="Rectángulo 8">
                <a:extLst>
                  <a:ext uri="{FF2B5EF4-FFF2-40B4-BE49-F238E27FC236}">
                    <a16:creationId xmlns:a16="http://schemas.microsoft.com/office/drawing/2014/main" id="{602B57B2-BC61-4DFA-910B-45970EA520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787" y="1743554"/>
                <a:ext cx="5931688" cy="116288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ángulo 11">
                <a:extLst>
                  <a:ext uri="{FF2B5EF4-FFF2-40B4-BE49-F238E27FC236}">
                    <a16:creationId xmlns:a16="http://schemas.microsoft.com/office/drawing/2014/main" id="{C7A0C155-5680-AF00-35F4-B4DDBEEC1AF7}"/>
                  </a:ext>
                </a:extLst>
              </p:cNvPr>
              <p:cNvSpPr/>
              <p:nvPr/>
            </p:nvSpPr>
            <p:spPr>
              <a:xfrm>
                <a:off x="1081183" y="2539482"/>
                <a:ext cx="5445722" cy="11628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f>
                        <m:fPr>
                          <m:ctrlPr>
                            <a:rPr lang="es-E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𝑑𝑐</m:t>
                              </m:r>
                            </m:sub>
                          </m:sSub>
                        </m:num>
                        <m:den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𝑑𝑐</m:t>
                          </m:r>
                        </m:sub>
                      </m:sSub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s-E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𝑑𝑐</m:t>
                          </m:r>
                        </m:sub>
                        <m:sup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ES" sz="24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s-E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sSub>
                        <m:sSubPr>
                          <m:ctrlPr>
                            <a:rPr lang="es-E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s-E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sSub>
                        <m:sSubPr>
                          <m:ctrlPr>
                            <a:rPr lang="es-E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es-ES" sz="2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ES" sz="2400" dirty="0"/>
              </a:p>
              <a:p>
                <a:endParaRPr lang="es-ES" sz="2400" dirty="0"/>
              </a:p>
            </p:txBody>
          </p:sp>
        </mc:Choice>
        <mc:Fallback xmlns="">
          <p:sp>
            <p:nvSpPr>
              <p:cNvPr id="12" name="Rectángulo 11">
                <a:extLst>
                  <a:ext uri="{FF2B5EF4-FFF2-40B4-BE49-F238E27FC236}">
                    <a16:creationId xmlns:a16="http://schemas.microsoft.com/office/drawing/2014/main" id="{C7A0C155-5680-AF00-35F4-B4DDBEEC1A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183" y="2539482"/>
                <a:ext cx="5445722" cy="116288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Flecha: a la derecha 13">
            <a:extLst>
              <a:ext uri="{FF2B5EF4-FFF2-40B4-BE49-F238E27FC236}">
                <a16:creationId xmlns:a16="http://schemas.microsoft.com/office/drawing/2014/main" id="{BCD2B29F-E495-635C-6764-76F1A583AA3F}"/>
              </a:ext>
            </a:extLst>
          </p:cNvPr>
          <p:cNvSpPr/>
          <p:nvPr/>
        </p:nvSpPr>
        <p:spPr>
          <a:xfrm>
            <a:off x="3140898" y="4531655"/>
            <a:ext cx="933651" cy="36021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ángulo 14">
                <a:extLst>
                  <a:ext uri="{FF2B5EF4-FFF2-40B4-BE49-F238E27FC236}">
                    <a16:creationId xmlns:a16="http://schemas.microsoft.com/office/drawing/2014/main" id="{306FAAD6-6C49-2D3E-0ED9-BF865C4F948A}"/>
                  </a:ext>
                </a:extLst>
              </p:cNvPr>
              <p:cNvSpPr/>
              <p:nvPr/>
            </p:nvSpPr>
            <p:spPr>
              <a:xfrm>
                <a:off x="4106024" y="4445195"/>
                <a:ext cx="190225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E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b>
                            <m:sSubPr>
                              <m:ctrlPr>
                                <a:rPr lang="es-E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s-E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𝑑𝑐</m:t>
                          </m:r>
                        </m:sub>
                        <m:sup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s-E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s-ES" sz="2400" i="1">
                              <a:latin typeface="Cambria Math" panose="02040503050406030204" pitchFamily="18" charset="0"/>
                            </a:rPr>
                            <m:t>𝑎𝑐</m:t>
                          </m:r>
                        </m:sub>
                      </m:sSub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15" name="Rectángulo 14">
                <a:extLst>
                  <a:ext uri="{FF2B5EF4-FFF2-40B4-BE49-F238E27FC236}">
                    <a16:creationId xmlns:a16="http://schemas.microsoft.com/office/drawing/2014/main" id="{306FAAD6-6C49-2D3E-0ED9-BF865C4F94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6024" y="4445195"/>
                <a:ext cx="1902251" cy="461665"/>
              </a:xfrm>
              <a:prstGeom prst="rect">
                <a:avLst/>
              </a:prstGeom>
              <a:blipFill>
                <a:blip r:embed="rId6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11C4FE95-C9EB-1BC6-9978-67BD0A5D9DAD}"/>
              </a:ext>
            </a:extLst>
          </p:cNvPr>
          <p:cNvSpPr/>
          <p:nvPr/>
        </p:nvSpPr>
        <p:spPr>
          <a:xfrm>
            <a:off x="5986373" y="4495918"/>
            <a:ext cx="933651" cy="36021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ángulo 18">
                <a:extLst>
                  <a:ext uri="{FF2B5EF4-FFF2-40B4-BE49-F238E27FC236}">
                    <a16:creationId xmlns:a16="http://schemas.microsoft.com/office/drawing/2014/main" id="{8FD88090-FE10-E00C-681D-56AA7F0537FD}"/>
                  </a:ext>
                </a:extLst>
              </p:cNvPr>
              <p:cNvSpPr/>
              <p:nvPr/>
            </p:nvSpPr>
            <p:spPr>
              <a:xfrm>
                <a:off x="6920024" y="4249019"/>
                <a:ext cx="3551292" cy="9221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ES" sz="2400" i="1">
                              <a:latin typeface="Cambria Math" panose="02040503050406030204" pitchFamily="18" charset="0"/>
                            </a:rPr>
                            <m:t>𝑑𝑐</m:t>
                          </m:r>
                        </m:sub>
                      </m:sSub>
                      <m:d>
                        <m:dPr>
                          <m:ctrlP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  <m:f>
                            <m:fPr>
                              <m:ctrlPr>
                                <a:rPr lang="es-E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sz="2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s-E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24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s-ES" sz="2400" i="1">
                                      <a:latin typeface="Cambria Math" panose="02040503050406030204" pitchFamily="18" charset="0"/>
                                    </a:rPr>
                                    <m:t>𝑑𝑐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s-ES" sz="2400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  <m:r>
                            <a:rPr lang="es-E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E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s-ES" sz="2400" i="1">
                                  <a:latin typeface="Cambria Math" panose="02040503050406030204" pitchFamily="18" charset="0"/>
                                </a:rPr>
                                <m:t>𝑑𝑐</m:t>
                              </m:r>
                            </m:sub>
                          </m:sSub>
                        </m:e>
                      </m:d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s-E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s-ES" sz="2400" i="1">
                              <a:latin typeface="Cambria Math" panose="02040503050406030204" pitchFamily="18" charset="0"/>
                            </a:rPr>
                            <m:t>𝑎𝑐</m:t>
                          </m:r>
                        </m:sub>
                      </m:sSub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19" name="Rectángulo 18">
                <a:extLst>
                  <a:ext uri="{FF2B5EF4-FFF2-40B4-BE49-F238E27FC236}">
                    <a16:creationId xmlns:a16="http://schemas.microsoft.com/office/drawing/2014/main" id="{8FD88090-FE10-E00C-681D-56AA7F0537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0024" y="4249019"/>
                <a:ext cx="3551292" cy="92217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3D8BB771-1307-66FA-64B8-ED7A5AEAC2D7}"/>
              </a:ext>
            </a:extLst>
          </p:cNvPr>
          <p:cNvSpPr/>
          <p:nvPr/>
        </p:nvSpPr>
        <p:spPr>
          <a:xfrm>
            <a:off x="8507790" y="1388049"/>
            <a:ext cx="933651" cy="36021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ángulo 20">
                <a:extLst>
                  <a:ext uri="{FF2B5EF4-FFF2-40B4-BE49-F238E27FC236}">
                    <a16:creationId xmlns:a16="http://schemas.microsoft.com/office/drawing/2014/main" id="{9209C0CD-D0AF-4F34-1396-6A47A0417541}"/>
                  </a:ext>
                </a:extLst>
              </p:cNvPr>
              <p:cNvSpPr/>
              <p:nvPr/>
            </p:nvSpPr>
            <p:spPr>
              <a:xfrm>
                <a:off x="8627950" y="921557"/>
                <a:ext cx="69333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E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𝑑𝑐</m:t>
                          </m:r>
                        </m:sub>
                        <m:sup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21" name="Rectángulo 20">
                <a:extLst>
                  <a:ext uri="{FF2B5EF4-FFF2-40B4-BE49-F238E27FC236}">
                    <a16:creationId xmlns:a16="http://schemas.microsoft.com/office/drawing/2014/main" id="{9209C0CD-D0AF-4F34-1396-6A47A04175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7950" y="921557"/>
                <a:ext cx="693330" cy="461665"/>
              </a:xfrm>
              <a:prstGeom prst="rect">
                <a:avLst/>
              </a:prstGeom>
              <a:blipFill>
                <a:blip r:embed="rId8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Flecha: a la derecha 21">
            <a:extLst>
              <a:ext uri="{FF2B5EF4-FFF2-40B4-BE49-F238E27FC236}">
                <a16:creationId xmlns:a16="http://schemas.microsoft.com/office/drawing/2014/main" id="{5D677AC1-EB34-0618-3E0D-A07EA8E719C1}"/>
              </a:ext>
            </a:extLst>
          </p:cNvPr>
          <p:cNvSpPr/>
          <p:nvPr/>
        </p:nvSpPr>
        <p:spPr>
          <a:xfrm>
            <a:off x="10274471" y="1405802"/>
            <a:ext cx="933651" cy="36021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ángulo 24">
                <a:extLst>
                  <a:ext uri="{FF2B5EF4-FFF2-40B4-BE49-F238E27FC236}">
                    <a16:creationId xmlns:a16="http://schemas.microsoft.com/office/drawing/2014/main" id="{7AA65AAA-442F-D8A9-EB21-17F5DBDE5C29}"/>
                  </a:ext>
                </a:extLst>
              </p:cNvPr>
              <p:cNvSpPr/>
              <p:nvPr/>
            </p:nvSpPr>
            <p:spPr>
              <a:xfrm>
                <a:off x="1471712" y="5221534"/>
                <a:ext cx="3146822" cy="8430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sSubSup>
                            <m:sSubSupPr>
                              <m:ctrlPr>
                                <a:rPr lang="es-E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𝑑𝑐</m:t>
                              </m:r>
                            </m:sub>
                            <m:sup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s-E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s-ES" sz="2400" i="1">
                                  <a:latin typeface="Cambria Math" panose="02040503050406030204" pitchFamily="18" charset="0"/>
                                </a:rPr>
                                <m:t>𝑑𝑐</m:t>
                              </m:r>
                            </m:sub>
                          </m:sSub>
                          <m:r>
                            <a:rPr lang="es-E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ES" sz="2400" i="1">
                              <a:latin typeface="Cambria Math" panose="02040503050406030204" pitchFamily="18" charset="0"/>
                            </a:rPr>
                            <m:t>𝑑𝑐</m:t>
                          </m:r>
                        </m:sub>
                      </m:sSub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s-E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s-ES" sz="2400" i="1">
                              <a:latin typeface="Cambria Math" panose="02040503050406030204" pitchFamily="18" charset="0"/>
                            </a:rPr>
                            <m:t>𝑎𝑐</m:t>
                          </m:r>
                        </m:sub>
                      </m:sSub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25" name="Rectángulo 24">
                <a:extLst>
                  <a:ext uri="{FF2B5EF4-FFF2-40B4-BE49-F238E27FC236}">
                    <a16:creationId xmlns:a16="http://schemas.microsoft.com/office/drawing/2014/main" id="{7AA65AAA-442F-D8A9-EB21-17F5DBDE5C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1712" y="5221534"/>
                <a:ext cx="3146822" cy="84305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ángulo 25">
                <a:extLst>
                  <a:ext uri="{FF2B5EF4-FFF2-40B4-BE49-F238E27FC236}">
                    <a16:creationId xmlns:a16="http://schemas.microsoft.com/office/drawing/2014/main" id="{C2DD2DAA-4FE5-2548-DB7C-AFF6305E217B}"/>
                  </a:ext>
                </a:extLst>
              </p:cNvPr>
              <p:cNvSpPr/>
              <p:nvPr/>
            </p:nvSpPr>
            <p:spPr>
              <a:xfrm>
                <a:off x="6453199" y="5302051"/>
                <a:ext cx="3311804" cy="7838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E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f>
                            <m:fPr>
                              <m:ctrlP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num>
                            <m:den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s-ES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ES" sz="2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s-ES" sz="2400" i="1">
                                  <a:latin typeface="Cambria Math" panose="02040503050406030204" pitchFamily="18" charset="0"/>
                                </a:rPr>
                                <m:t>𝑑𝑐</m:t>
                              </m:r>
                            </m:sub>
                            <m:sup>
                              <m:r>
                                <a:rPr lang="es-E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𝑑𝑐</m:t>
                          </m:r>
                        </m:sub>
                        <m:sup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𝑅𝐸𝑆</m:t>
                          </m:r>
                        </m:sub>
                      </m:sSub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s-E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s-ES" sz="2400" i="1">
                              <a:latin typeface="Cambria Math" panose="02040503050406030204" pitchFamily="18" charset="0"/>
                            </a:rPr>
                            <m:t>𝑎𝑐</m:t>
                          </m:r>
                        </m:sub>
                      </m:sSub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26" name="Rectángulo 25">
                <a:extLst>
                  <a:ext uri="{FF2B5EF4-FFF2-40B4-BE49-F238E27FC236}">
                    <a16:creationId xmlns:a16="http://schemas.microsoft.com/office/drawing/2014/main" id="{C2DD2DAA-4FE5-2548-DB7C-AFF6305E21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3199" y="5302051"/>
                <a:ext cx="3311804" cy="78380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Flecha: a la derecha 26">
            <a:extLst>
              <a:ext uri="{FF2B5EF4-FFF2-40B4-BE49-F238E27FC236}">
                <a16:creationId xmlns:a16="http://schemas.microsoft.com/office/drawing/2014/main" id="{1C2FA8E9-8CD9-6ECF-FEF9-C8C021C83716}"/>
              </a:ext>
            </a:extLst>
          </p:cNvPr>
          <p:cNvSpPr/>
          <p:nvPr/>
        </p:nvSpPr>
        <p:spPr>
          <a:xfrm>
            <a:off x="5143876" y="5504198"/>
            <a:ext cx="933651" cy="36021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Flecha: a la derecha 29">
            <a:extLst>
              <a:ext uri="{FF2B5EF4-FFF2-40B4-BE49-F238E27FC236}">
                <a16:creationId xmlns:a16="http://schemas.microsoft.com/office/drawing/2014/main" id="{A891C919-3A6D-262E-83AB-DE02D1325A03}"/>
              </a:ext>
            </a:extLst>
          </p:cNvPr>
          <p:cNvSpPr/>
          <p:nvPr/>
        </p:nvSpPr>
        <p:spPr>
          <a:xfrm>
            <a:off x="7182025" y="1388049"/>
            <a:ext cx="933651" cy="36021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ángulo 30">
                <a:extLst>
                  <a:ext uri="{FF2B5EF4-FFF2-40B4-BE49-F238E27FC236}">
                    <a16:creationId xmlns:a16="http://schemas.microsoft.com/office/drawing/2014/main" id="{6DB4072E-E76D-305F-5644-41AF71727E89}"/>
                  </a:ext>
                </a:extLst>
              </p:cNvPr>
              <p:cNvSpPr/>
              <p:nvPr/>
            </p:nvSpPr>
            <p:spPr>
              <a:xfrm>
                <a:off x="10337276" y="969498"/>
                <a:ext cx="68788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s-ES" sz="2400" i="1">
                              <a:latin typeface="Cambria Math" panose="02040503050406030204" pitchFamily="18" charset="0"/>
                            </a:rPr>
                            <m:t>𝑎𝑐</m:t>
                          </m:r>
                        </m:sub>
                      </m:sSub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31" name="Rectángulo 30">
                <a:extLst>
                  <a:ext uri="{FF2B5EF4-FFF2-40B4-BE49-F238E27FC236}">
                    <a16:creationId xmlns:a16="http://schemas.microsoft.com/office/drawing/2014/main" id="{6DB4072E-E76D-305F-5644-41AF71727E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7276" y="969498"/>
                <a:ext cx="687881" cy="461665"/>
              </a:xfrm>
              <a:prstGeom prst="rect">
                <a:avLst/>
              </a:prstGeom>
              <a:blipFill>
                <a:blip r:embed="rId11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ángulo 31">
                <a:extLst>
                  <a:ext uri="{FF2B5EF4-FFF2-40B4-BE49-F238E27FC236}">
                    <a16:creationId xmlns:a16="http://schemas.microsoft.com/office/drawing/2014/main" id="{51BB4481-882E-8B10-6832-03D02B126FC6}"/>
                  </a:ext>
                </a:extLst>
              </p:cNvPr>
              <p:cNvSpPr/>
              <p:nvPr/>
            </p:nvSpPr>
            <p:spPr>
              <a:xfrm>
                <a:off x="7225016" y="837002"/>
                <a:ext cx="84766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𝑅𝐸𝑆</m:t>
                          </m:r>
                        </m:sub>
                      </m:sSub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32" name="Rectángulo 31">
                <a:extLst>
                  <a:ext uri="{FF2B5EF4-FFF2-40B4-BE49-F238E27FC236}">
                    <a16:creationId xmlns:a16="http://schemas.microsoft.com/office/drawing/2014/main" id="{51BB4481-882E-8B10-6832-03D02B126F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5016" y="837002"/>
                <a:ext cx="847668" cy="461665"/>
              </a:xfrm>
              <a:prstGeom prst="rect">
                <a:avLst/>
              </a:prstGeom>
              <a:blipFill>
                <a:blip r:embed="rId12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02013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1912"/>
          </a:xfrm>
        </p:spPr>
        <p:txBody>
          <a:bodyPr/>
          <a:lstStyle/>
          <a:p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DC-link voltage control</a:t>
            </a:r>
            <a:endParaRPr lang="en-GB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 err="1"/>
              <a:t>This</a:t>
            </a:r>
            <a:r>
              <a:rPr lang="es-ES" dirty="0"/>
              <a:t> </a:t>
            </a:r>
            <a:r>
              <a:rPr lang="es-ES" dirty="0" err="1"/>
              <a:t>project</a:t>
            </a:r>
            <a:r>
              <a:rPr lang="es-ES" dirty="0"/>
              <a:t> has </a:t>
            </a:r>
            <a:r>
              <a:rPr lang="es-ES" dirty="0" err="1"/>
              <a:t>received</a:t>
            </a:r>
            <a:r>
              <a:rPr lang="es-ES" dirty="0"/>
              <a:t> </a:t>
            </a:r>
            <a:r>
              <a:rPr lang="es-ES" dirty="0" err="1"/>
              <a:t>funding</a:t>
            </a:r>
            <a:r>
              <a:rPr lang="es-ES" dirty="0"/>
              <a:t> </a:t>
            </a:r>
            <a:r>
              <a:rPr lang="es-ES" dirty="0" err="1"/>
              <a:t>from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European</a:t>
            </a:r>
            <a:r>
              <a:rPr lang="es-ES" dirty="0"/>
              <a:t> </a:t>
            </a:r>
            <a:r>
              <a:rPr lang="es-ES" dirty="0" err="1"/>
              <a:t>Union’s</a:t>
            </a:r>
            <a:r>
              <a:rPr lang="es-ES" dirty="0"/>
              <a:t> </a:t>
            </a:r>
            <a:r>
              <a:rPr lang="es-ES" dirty="0" err="1"/>
              <a:t>Horizon</a:t>
            </a:r>
            <a:r>
              <a:rPr lang="es-ES" dirty="0"/>
              <a:t> </a:t>
            </a:r>
            <a:r>
              <a:rPr lang="es-ES" dirty="0" err="1"/>
              <a:t>Widening</a:t>
            </a:r>
            <a:r>
              <a:rPr lang="es-ES" dirty="0"/>
              <a:t> </a:t>
            </a:r>
            <a:r>
              <a:rPr lang="es-ES" dirty="0" err="1"/>
              <a:t>participation</a:t>
            </a:r>
            <a:r>
              <a:rPr lang="es-ES" dirty="0"/>
              <a:t> and </a:t>
            </a:r>
            <a:r>
              <a:rPr lang="es-ES" dirty="0" err="1"/>
              <a:t>spreading</a:t>
            </a:r>
            <a:r>
              <a:rPr lang="es-ES" dirty="0"/>
              <a:t> </a:t>
            </a:r>
            <a:r>
              <a:rPr lang="es-ES" dirty="0" err="1"/>
              <a:t>excellence</a:t>
            </a:r>
            <a:r>
              <a:rPr lang="es-ES" dirty="0"/>
              <a:t> </a:t>
            </a:r>
            <a:r>
              <a:rPr lang="es-ES" dirty="0" err="1"/>
              <a:t>programme</a:t>
            </a:r>
            <a:r>
              <a:rPr lang="es-ES" dirty="0"/>
              <a:t> </a:t>
            </a:r>
            <a:r>
              <a:rPr lang="es-ES" dirty="0" err="1"/>
              <a:t>under</a:t>
            </a:r>
            <a:r>
              <a:rPr lang="es-ES" dirty="0"/>
              <a:t> </a:t>
            </a:r>
            <a:r>
              <a:rPr lang="es-ES" dirty="0" err="1"/>
              <a:t>grant</a:t>
            </a:r>
            <a:r>
              <a:rPr lang="es-ES" dirty="0"/>
              <a:t> </a:t>
            </a:r>
            <a:r>
              <a:rPr lang="es-ES" dirty="0" err="1"/>
              <a:t>agreement</a:t>
            </a:r>
            <a:r>
              <a:rPr lang="es-ES" dirty="0"/>
              <a:t> No. 101079200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D527B-7932-41F4-A031-049D20E82D5D}" type="slidenum">
              <a:rPr lang="es-ES" smtClean="0"/>
              <a:t>16</a:t>
            </a:fld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9">
                <a:extLst>
                  <a:ext uri="{FF2B5EF4-FFF2-40B4-BE49-F238E27FC236}">
                    <a16:creationId xmlns:a16="http://schemas.microsoft.com/office/drawing/2014/main" id="{0E559049-3661-90B6-0F5F-931030A779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1250" y="1076292"/>
                <a:ext cx="10684933" cy="4581558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PI regulator provides the active power reference to maintain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E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ES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s-ES" sz="2400" i="1">
                            <a:latin typeface="Cambria Math" panose="02040503050406030204" pitchFamily="18" charset="0"/>
                          </a:rPr>
                          <m:t>𝑑𝑐</m:t>
                        </m:r>
                      </m:sub>
                      <m:sup>
                        <m:r>
                          <a:rPr lang="es-E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2400" dirty="0"/>
                  <a:t>:</a:t>
                </a:r>
              </a:p>
              <a:p>
                <a:endParaRPr lang="en-US" sz="2400" dirty="0"/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6" name="Content Placeholder 9">
                <a:extLst>
                  <a:ext uri="{FF2B5EF4-FFF2-40B4-BE49-F238E27FC236}">
                    <a16:creationId xmlns:a16="http://schemas.microsoft.com/office/drawing/2014/main" id="{0E559049-3661-90B6-0F5F-931030A779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1250" y="1076292"/>
                <a:ext cx="10684933" cy="4581558"/>
              </a:xfrm>
              <a:blipFill>
                <a:blip r:embed="rId2"/>
                <a:stretch>
                  <a:fillRect l="-742" t="-159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upo 12"/>
          <p:cNvGrpSpPr/>
          <p:nvPr/>
        </p:nvGrpSpPr>
        <p:grpSpPr>
          <a:xfrm>
            <a:off x="174484" y="3149928"/>
            <a:ext cx="6267450" cy="1684968"/>
            <a:chOff x="3171825" y="4398332"/>
            <a:chExt cx="6267450" cy="1684968"/>
          </a:xfrm>
        </p:grpSpPr>
        <p:pic>
          <p:nvPicPr>
            <p:cNvPr id="11" name="Imagen 10"/>
            <p:cNvPicPr>
              <a:picLocks noChangeAspect="1"/>
            </p:cNvPicPr>
            <p:nvPr/>
          </p:nvPicPr>
          <p:blipFill rotWithShape="1">
            <a:blip r:embed="rId3"/>
            <a:srcRect l="14375" t="37531" r="30347" b="36049"/>
            <a:stretch/>
          </p:blipFill>
          <p:spPr>
            <a:xfrm>
              <a:off x="3171825" y="4398332"/>
              <a:ext cx="6267450" cy="1684968"/>
            </a:xfrm>
            <a:prstGeom prst="rect">
              <a:avLst/>
            </a:prstGeom>
          </p:spPr>
        </p:pic>
        <p:sp>
          <p:nvSpPr>
            <p:cNvPr id="3" name="CuadroTexto 2"/>
            <p:cNvSpPr txBox="1"/>
            <p:nvPr/>
          </p:nvSpPr>
          <p:spPr>
            <a:xfrm>
              <a:off x="5172075" y="4629150"/>
              <a:ext cx="1257300" cy="70788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dirty="0"/>
                <a:t>PI </a:t>
              </a:r>
            </a:p>
            <a:p>
              <a:pPr algn="ctr"/>
              <a:r>
                <a:rPr lang="es-ES" sz="2000" dirty="0" err="1"/>
                <a:t>regulator</a:t>
              </a:r>
              <a:endParaRPr lang="es-ES" sz="2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30140F0F-86EE-49A4-8172-8B388FD3A764}"/>
                  </a:ext>
                </a:extLst>
              </p:cNvPr>
              <p:cNvSpPr/>
              <p:nvPr/>
            </p:nvSpPr>
            <p:spPr>
              <a:xfrm>
                <a:off x="4036869" y="1731388"/>
                <a:ext cx="3311804" cy="7838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E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f>
                            <m:fPr>
                              <m:ctrlP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num>
                            <m:den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s-ES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ES" sz="2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s-ES" sz="2400" i="1">
                                  <a:latin typeface="Cambria Math" panose="02040503050406030204" pitchFamily="18" charset="0"/>
                                </a:rPr>
                                <m:t>𝑑𝑐</m:t>
                              </m:r>
                            </m:sub>
                            <m:sup>
                              <m:r>
                                <a:rPr lang="es-E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𝑑𝑐</m:t>
                          </m:r>
                        </m:sub>
                        <m:sup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𝑅𝐸𝑆</m:t>
                          </m:r>
                        </m:sub>
                      </m:sSub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s-E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s-ES" sz="2400" i="1">
                              <a:latin typeface="Cambria Math" panose="02040503050406030204" pitchFamily="18" charset="0"/>
                            </a:rPr>
                            <m:t>𝑎𝑐</m:t>
                          </m:r>
                        </m:sub>
                      </m:sSub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30140F0F-86EE-49A4-8172-8B388FD3A7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6869" y="1731388"/>
                <a:ext cx="3311804" cy="7838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ángulo 13">
            <a:extLst>
              <a:ext uri="{FF2B5EF4-FFF2-40B4-BE49-F238E27FC236}">
                <a16:creationId xmlns:a16="http://schemas.microsoft.com/office/drawing/2014/main" id="{DA7A2DB9-2720-DC08-C760-E82CC8A24F4C}"/>
              </a:ext>
            </a:extLst>
          </p:cNvPr>
          <p:cNvSpPr/>
          <p:nvPr/>
        </p:nvSpPr>
        <p:spPr>
          <a:xfrm>
            <a:off x="5717017" y="1954160"/>
            <a:ext cx="760396" cy="44276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FCF6FDA4-CF58-D81F-A283-8A13D187FDFB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6477413" y="1954160"/>
            <a:ext cx="1360991" cy="806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75F703D6-7460-798F-F952-ED93AA2EEC9E}"/>
              </a:ext>
            </a:extLst>
          </p:cNvPr>
          <p:cNvSpPr txBox="1"/>
          <p:nvPr/>
        </p:nvSpPr>
        <p:spPr>
          <a:xfrm>
            <a:off x="7838404" y="1731388"/>
            <a:ext cx="2229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Perturbation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B82F3F09-9582-0043-CDD3-6F3D367F5B91}"/>
              </a:ext>
            </a:extLst>
          </p:cNvPr>
          <p:cNvSpPr/>
          <p:nvPr/>
        </p:nvSpPr>
        <p:spPr>
          <a:xfrm>
            <a:off x="5264298" y="3149928"/>
            <a:ext cx="2444817" cy="10512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815C1080-F650-AD3D-2DB8-3CE5C4363F3C}"/>
              </a:ext>
            </a:extLst>
          </p:cNvPr>
          <p:cNvSpPr txBox="1"/>
          <p:nvPr/>
        </p:nvSpPr>
        <p:spPr>
          <a:xfrm>
            <a:off x="5148794" y="3315156"/>
            <a:ext cx="2675823" cy="646331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 err="1"/>
              <a:t>dq</a:t>
            </a:r>
            <a:r>
              <a:rPr lang="en-GB" dirty="0"/>
              <a:t> current </a:t>
            </a:r>
          </a:p>
          <a:p>
            <a:pPr algn="ctr"/>
            <a:r>
              <a:rPr lang="en-GB" dirty="0"/>
              <a:t>reference computation</a:t>
            </a:r>
          </a:p>
        </p:txBody>
      </p: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5ED3CAD7-04AE-EE3F-EAD5-DAEB2ED899FF}"/>
              </a:ext>
            </a:extLst>
          </p:cNvPr>
          <p:cNvCxnSpPr>
            <a:cxnSpLocks/>
          </p:cNvCxnSpPr>
          <p:nvPr/>
        </p:nvCxnSpPr>
        <p:spPr>
          <a:xfrm>
            <a:off x="7725557" y="3638322"/>
            <a:ext cx="68078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544B4EDE-5497-41C2-0CF5-4CBEA3831F0B}"/>
                  </a:ext>
                </a:extLst>
              </p:cNvPr>
              <p:cNvSpPr txBox="1"/>
              <p:nvPr/>
            </p:nvSpPr>
            <p:spPr>
              <a:xfrm>
                <a:off x="7801026" y="3130351"/>
                <a:ext cx="48111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ES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E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ES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  <m:sup>
                          <m:r>
                            <a:rPr lang="es-ES" sz="24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544B4EDE-5497-41C2-0CF5-4CBEA3831F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1026" y="3130351"/>
                <a:ext cx="481119" cy="461665"/>
              </a:xfrm>
              <a:prstGeom prst="rect">
                <a:avLst/>
              </a:prstGeom>
              <a:blipFill>
                <a:blip r:embed="rId5"/>
                <a:stretch>
                  <a:fillRect b="-5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ángulo 27">
            <a:extLst>
              <a:ext uri="{FF2B5EF4-FFF2-40B4-BE49-F238E27FC236}">
                <a16:creationId xmlns:a16="http://schemas.microsoft.com/office/drawing/2014/main" id="{73897E30-3710-BF2C-A067-94A61065B450}"/>
              </a:ext>
            </a:extLst>
          </p:cNvPr>
          <p:cNvSpPr/>
          <p:nvPr/>
        </p:nvSpPr>
        <p:spPr>
          <a:xfrm>
            <a:off x="8422787" y="3149927"/>
            <a:ext cx="1811046" cy="10512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CA58A1A7-1282-B3CC-34DB-F19E761BFB66}"/>
              </a:ext>
            </a:extLst>
          </p:cNvPr>
          <p:cNvSpPr txBox="1"/>
          <p:nvPr/>
        </p:nvSpPr>
        <p:spPr>
          <a:xfrm>
            <a:off x="7990398" y="3269130"/>
            <a:ext cx="2675823" cy="646331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PI</a:t>
            </a:r>
          </a:p>
          <a:p>
            <a:pPr algn="ctr"/>
            <a:r>
              <a:rPr lang="en-GB" dirty="0"/>
              <a:t>Current controller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2FFF83EB-0D97-B556-A1D7-8DDB5482321B}"/>
              </a:ext>
            </a:extLst>
          </p:cNvPr>
          <p:cNvSpPr/>
          <p:nvPr/>
        </p:nvSpPr>
        <p:spPr>
          <a:xfrm>
            <a:off x="10914620" y="3457511"/>
            <a:ext cx="1035112" cy="40895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1E240131-3910-B04D-1285-3ED61A8D84F7}"/>
              </a:ext>
            </a:extLst>
          </p:cNvPr>
          <p:cNvSpPr txBox="1"/>
          <p:nvPr/>
        </p:nvSpPr>
        <p:spPr>
          <a:xfrm>
            <a:off x="10057933" y="3457511"/>
            <a:ext cx="2675823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Plant</a:t>
            </a:r>
          </a:p>
        </p:txBody>
      </p: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FEDC3DA5-AA8D-3B21-99AD-81F8BBB45C9F}"/>
              </a:ext>
            </a:extLst>
          </p:cNvPr>
          <p:cNvCxnSpPr>
            <a:cxnSpLocks/>
          </p:cNvCxnSpPr>
          <p:nvPr/>
        </p:nvCxnSpPr>
        <p:spPr>
          <a:xfrm>
            <a:off x="10233833" y="3675540"/>
            <a:ext cx="68078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0DC23BEC-1EA6-AC67-8EEE-6E1649389542}"/>
                  </a:ext>
                </a:extLst>
              </p:cNvPr>
              <p:cNvSpPr txBox="1"/>
              <p:nvPr/>
            </p:nvSpPr>
            <p:spPr>
              <a:xfrm>
                <a:off x="10324922" y="3304350"/>
                <a:ext cx="4845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i="1" smtClean="0">
                              <a:latin typeface="Cambria Math" panose="02040503050406030204" pitchFamily="18" charset="0"/>
                            </a:rPr>
                            <m:t>η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𝑎𝑏𝑐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0DC23BEC-1EA6-AC67-8EEE-6E16493895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4922" y="3304350"/>
                <a:ext cx="484556" cy="276999"/>
              </a:xfrm>
              <a:prstGeom prst="rect">
                <a:avLst/>
              </a:prstGeom>
              <a:blipFill>
                <a:blip r:embed="rId6"/>
                <a:stretch>
                  <a:fillRect l="-11392" r="-5063" b="-2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E47FAA40-8BBC-2602-AEB4-A5D76196175D}"/>
              </a:ext>
            </a:extLst>
          </p:cNvPr>
          <p:cNvCxnSpPr>
            <a:cxnSpLocks/>
          </p:cNvCxnSpPr>
          <p:nvPr/>
        </p:nvCxnSpPr>
        <p:spPr>
          <a:xfrm>
            <a:off x="1142689" y="4705165"/>
            <a:ext cx="10280961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CC8F66DF-8472-3D46-5D00-DE617A7A88A3}"/>
              </a:ext>
            </a:extLst>
          </p:cNvPr>
          <p:cNvCxnSpPr>
            <a:cxnSpLocks/>
          </p:cNvCxnSpPr>
          <p:nvPr/>
        </p:nvCxnSpPr>
        <p:spPr>
          <a:xfrm flipV="1">
            <a:off x="11432176" y="3866469"/>
            <a:ext cx="0" cy="838696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ángulo 39">
            <a:extLst>
              <a:ext uri="{FF2B5EF4-FFF2-40B4-BE49-F238E27FC236}">
                <a16:creationId xmlns:a16="http://schemas.microsoft.com/office/drawing/2014/main" id="{1C7CEA66-C883-DF7A-8D6F-9B548B2C2C2F}"/>
              </a:ext>
            </a:extLst>
          </p:cNvPr>
          <p:cNvSpPr/>
          <p:nvPr/>
        </p:nvSpPr>
        <p:spPr>
          <a:xfrm>
            <a:off x="5984240" y="4205076"/>
            <a:ext cx="223520" cy="4821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75591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1912"/>
          </a:xfrm>
        </p:spPr>
        <p:txBody>
          <a:bodyPr/>
          <a:lstStyle/>
          <a:p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Computation of reference currents</a:t>
            </a:r>
            <a:endParaRPr lang="en-GB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err="1"/>
              <a:t>This</a:t>
            </a:r>
            <a:r>
              <a:rPr lang="es-ES"/>
              <a:t> </a:t>
            </a:r>
            <a:r>
              <a:rPr lang="es-ES" err="1"/>
              <a:t>project</a:t>
            </a:r>
            <a:r>
              <a:rPr lang="es-ES"/>
              <a:t> has </a:t>
            </a:r>
            <a:r>
              <a:rPr lang="es-ES" err="1"/>
              <a:t>received</a:t>
            </a:r>
            <a:r>
              <a:rPr lang="es-ES"/>
              <a:t> </a:t>
            </a:r>
            <a:r>
              <a:rPr lang="es-ES" err="1"/>
              <a:t>funding</a:t>
            </a:r>
            <a:r>
              <a:rPr lang="es-ES"/>
              <a:t> </a:t>
            </a:r>
            <a:r>
              <a:rPr lang="es-ES" err="1"/>
              <a:t>from</a:t>
            </a:r>
            <a:r>
              <a:rPr lang="es-ES"/>
              <a:t> </a:t>
            </a:r>
            <a:r>
              <a:rPr lang="es-ES" err="1"/>
              <a:t>the</a:t>
            </a:r>
            <a:r>
              <a:rPr lang="es-ES"/>
              <a:t> </a:t>
            </a:r>
            <a:r>
              <a:rPr lang="es-ES" err="1"/>
              <a:t>European</a:t>
            </a:r>
            <a:r>
              <a:rPr lang="es-ES"/>
              <a:t> </a:t>
            </a:r>
            <a:r>
              <a:rPr lang="es-ES" err="1"/>
              <a:t>Union’s</a:t>
            </a:r>
            <a:r>
              <a:rPr lang="es-ES"/>
              <a:t> </a:t>
            </a:r>
            <a:r>
              <a:rPr lang="es-ES" err="1"/>
              <a:t>Horizon</a:t>
            </a:r>
            <a:r>
              <a:rPr lang="es-ES"/>
              <a:t> </a:t>
            </a:r>
            <a:r>
              <a:rPr lang="es-ES" err="1"/>
              <a:t>Widening</a:t>
            </a:r>
            <a:r>
              <a:rPr lang="es-ES"/>
              <a:t> </a:t>
            </a:r>
            <a:r>
              <a:rPr lang="es-ES" err="1"/>
              <a:t>participation</a:t>
            </a:r>
            <a:r>
              <a:rPr lang="es-ES"/>
              <a:t> and </a:t>
            </a:r>
            <a:r>
              <a:rPr lang="es-ES" err="1"/>
              <a:t>spreading</a:t>
            </a:r>
            <a:r>
              <a:rPr lang="es-ES"/>
              <a:t> </a:t>
            </a:r>
            <a:r>
              <a:rPr lang="es-ES" err="1"/>
              <a:t>excellence</a:t>
            </a:r>
            <a:r>
              <a:rPr lang="es-ES"/>
              <a:t> </a:t>
            </a:r>
            <a:r>
              <a:rPr lang="es-ES" err="1"/>
              <a:t>programme</a:t>
            </a:r>
            <a:r>
              <a:rPr lang="es-ES"/>
              <a:t> </a:t>
            </a:r>
            <a:r>
              <a:rPr lang="es-ES" err="1"/>
              <a:t>under</a:t>
            </a:r>
            <a:r>
              <a:rPr lang="es-ES"/>
              <a:t> </a:t>
            </a:r>
            <a:r>
              <a:rPr lang="es-ES" err="1"/>
              <a:t>grant</a:t>
            </a:r>
            <a:r>
              <a:rPr lang="es-ES"/>
              <a:t> </a:t>
            </a:r>
            <a:r>
              <a:rPr lang="es-ES" err="1"/>
              <a:t>agreement</a:t>
            </a:r>
            <a:r>
              <a:rPr lang="es-ES"/>
              <a:t> No. 101079200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D527B-7932-41F4-A031-049D20E82D5D}" type="slidenum">
              <a:rPr lang="es-ES" smtClean="0"/>
              <a:t>17</a:t>
            </a:fld>
            <a:endParaRPr lang="es-ES"/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0E559049-3661-90B6-0F5F-931030A77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1250" y="1076292"/>
            <a:ext cx="10684933" cy="4581558"/>
          </a:xfrm>
        </p:spPr>
        <p:txBody>
          <a:bodyPr>
            <a:normAutofit/>
          </a:bodyPr>
          <a:lstStyle/>
          <a:p>
            <a:r>
              <a:rPr lang="en-US"/>
              <a:t>DC-link voltage and current control</a:t>
            </a:r>
          </a:p>
        </p:txBody>
      </p:sp>
      <p:grpSp>
        <p:nvGrpSpPr>
          <p:cNvPr id="8" name="Grupo 7"/>
          <p:cNvGrpSpPr/>
          <p:nvPr/>
        </p:nvGrpSpPr>
        <p:grpSpPr>
          <a:xfrm>
            <a:off x="2720440" y="1638299"/>
            <a:ext cx="6807735" cy="4648201"/>
            <a:chOff x="2720440" y="1638299"/>
            <a:chExt cx="6807735" cy="4648201"/>
          </a:xfrm>
        </p:grpSpPr>
        <p:pic>
          <p:nvPicPr>
            <p:cNvPr id="13" name="Picture 11">
              <a:extLst>
                <a:ext uri="{FF2B5EF4-FFF2-40B4-BE49-F238E27FC236}">
                  <a16:creationId xmlns:a16="http://schemas.microsoft.com/office/drawing/2014/main" id="{26728DC1-93E3-2C6C-E7E3-D98CCD87CA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20440" y="1638299"/>
              <a:ext cx="6807735" cy="4632977"/>
            </a:xfrm>
            <a:prstGeom prst="rect">
              <a:avLst/>
            </a:prstGeom>
          </p:spPr>
        </p:pic>
        <p:sp>
          <p:nvSpPr>
            <p:cNvPr id="7" name="Rectángulo 6"/>
            <p:cNvSpPr/>
            <p:nvPr/>
          </p:nvSpPr>
          <p:spPr>
            <a:xfrm>
              <a:off x="7200900" y="6019800"/>
              <a:ext cx="2228850" cy="2667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4106470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15C09-A2A3-18CC-CA50-0135772E2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44487-8B4A-10CC-D725-067C41CEF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518" y="294648"/>
            <a:ext cx="11130280" cy="463744"/>
          </a:xfrm>
        </p:spPr>
        <p:txBody>
          <a:bodyPr>
            <a:normAutofit fontScale="90000"/>
          </a:bodyPr>
          <a:lstStyle/>
          <a:p>
            <a:br>
              <a:rPr lang="en-US" sz="4400" dirty="0"/>
            </a:br>
            <a:br>
              <a:rPr lang="en-US" sz="4400" dirty="0"/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Methodology</a:t>
            </a:r>
            <a:br>
              <a:rPr lang="en-US" sz="4400" dirty="0"/>
            </a:b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64B09A-1745-6813-6F27-75CA93C3B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F416B-3F94-4DFA-A3AB-EC6D5E4C9A6C}" type="slidenum">
              <a:rPr lang="en-US" smtClean="0"/>
              <a:t>18</a:t>
            </a:fld>
            <a:endParaRPr lang="en-US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5AAB0FE3-0E88-EAC3-C4F8-E756DAB085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412" y="1048613"/>
            <a:ext cx="11652070" cy="2102042"/>
          </a:xfrm>
          <a:prstGeom prst="rect">
            <a:avLst/>
          </a:prstGeom>
        </p:spPr>
      </p:pic>
      <p:pic>
        <p:nvPicPr>
          <p:cNvPr id="11" name="Marcador de contenido 5">
            <a:extLst>
              <a:ext uri="{FF2B5EF4-FFF2-40B4-BE49-F238E27FC236}">
                <a16:creationId xmlns:a16="http://schemas.microsoft.com/office/drawing/2014/main" id="{0FAF3CB0-D932-2106-5C07-2AC43C937CF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9109" t="15186" r="11282" b="20396"/>
          <a:stretch/>
        </p:blipFill>
        <p:spPr>
          <a:xfrm>
            <a:off x="6708504" y="156937"/>
            <a:ext cx="2277534" cy="2083485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1CFBE358-4F3F-449B-2291-BB38A8D83E35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22" t="17905" r="23759" b="17460"/>
          <a:stretch/>
        </p:blipFill>
        <p:spPr>
          <a:xfrm rot="10800000" flipH="1" flipV="1">
            <a:off x="9830039" y="284110"/>
            <a:ext cx="2094900" cy="182913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480DBD69-E3B4-321A-D2CF-8A0EB576364C}"/>
              </a:ext>
            </a:extLst>
          </p:cNvPr>
          <p:cNvSpPr txBox="1"/>
          <p:nvPr/>
        </p:nvSpPr>
        <p:spPr>
          <a:xfrm>
            <a:off x="271135" y="2386269"/>
            <a:ext cx="7956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rgbClr val="00B050"/>
                </a:solidFill>
                <a:latin typeface="Aptos" panose="020B0004020202020204" pitchFamily="34" charset="0"/>
              </a:rPr>
              <a:t>✓</a:t>
            </a:r>
            <a:endParaRPr lang="en-US" sz="5400" dirty="0">
              <a:solidFill>
                <a:srgbClr val="00B050"/>
              </a:solidFill>
            </a:endParaRPr>
          </a:p>
        </p:txBody>
      </p:sp>
      <p:sp>
        <p:nvSpPr>
          <p:cNvPr id="8" name="Abrir llave 7">
            <a:extLst>
              <a:ext uri="{FF2B5EF4-FFF2-40B4-BE49-F238E27FC236}">
                <a16:creationId xmlns:a16="http://schemas.microsoft.com/office/drawing/2014/main" id="{F95DFD0D-F63F-B8F5-366A-758C3E2E3E77}"/>
              </a:ext>
            </a:extLst>
          </p:cNvPr>
          <p:cNvSpPr/>
          <p:nvPr/>
        </p:nvSpPr>
        <p:spPr>
          <a:xfrm rot="5400000">
            <a:off x="5319450" y="2693585"/>
            <a:ext cx="440266" cy="4289285"/>
          </a:xfrm>
          <a:prstGeom prst="leftBrac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9409962-7211-7243-C2D7-A6F8286BD17F}"/>
              </a:ext>
            </a:extLst>
          </p:cNvPr>
          <p:cNvSpPr/>
          <p:nvPr/>
        </p:nvSpPr>
        <p:spPr>
          <a:xfrm>
            <a:off x="2779368" y="5220044"/>
            <a:ext cx="1817912" cy="974966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9C273C9-DA34-DD7A-4FE7-6968440D9958}"/>
              </a:ext>
            </a:extLst>
          </p:cNvPr>
          <p:cNvSpPr/>
          <p:nvPr/>
        </p:nvSpPr>
        <p:spPr>
          <a:xfrm>
            <a:off x="5519575" y="5183115"/>
            <a:ext cx="2559239" cy="1016021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43C2E958-8EDB-A952-DED3-5DEFE85A6D44}"/>
              </a:ext>
            </a:extLst>
          </p:cNvPr>
          <p:cNvSpPr txBox="1">
            <a:spLocks/>
          </p:cNvSpPr>
          <p:nvPr/>
        </p:nvSpPr>
        <p:spPr>
          <a:xfrm>
            <a:off x="2966920" y="984884"/>
            <a:ext cx="11565709" cy="53047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095EE50-B05E-8BA5-F4FB-3536B4F313F8}"/>
              </a:ext>
            </a:extLst>
          </p:cNvPr>
          <p:cNvSpPr/>
          <p:nvPr/>
        </p:nvSpPr>
        <p:spPr>
          <a:xfrm>
            <a:off x="9329939" y="5048413"/>
            <a:ext cx="2061568" cy="974967"/>
          </a:xfrm>
          <a:prstGeom prst="rect">
            <a:avLst/>
          </a:prstGeom>
          <a:noFill/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F5A30F5-987C-48FA-23EF-6BA49B8E36A9}"/>
              </a:ext>
            </a:extLst>
          </p:cNvPr>
          <p:cNvSpPr txBox="1"/>
          <p:nvPr/>
        </p:nvSpPr>
        <p:spPr>
          <a:xfrm>
            <a:off x="3183967" y="6187770"/>
            <a:ext cx="110913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/>
                </a:solidFill>
                <a:latin typeface="Aptos" panose="020B0004020202020204" pitchFamily="34" charset="0"/>
              </a:rPr>
              <a:t>Plant</a:t>
            </a:r>
            <a:endParaRPr lang="en-US" sz="2000" dirty="0">
              <a:solidFill>
                <a:schemeClr val="accent5"/>
              </a:solidFill>
            </a:endParaRPr>
          </a:p>
          <a:p>
            <a:endParaRPr lang="en-GB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AF40507E-4190-B6B5-991D-6B88F7EB88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3211157" y="5234333"/>
            <a:ext cx="787239" cy="1040756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D8AB2457-8288-9BE4-60C2-93EE5D7A246B}"/>
              </a:ext>
            </a:extLst>
          </p:cNvPr>
          <p:cNvSpPr txBox="1"/>
          <p:nvPr/>
        </p:nvSpPr>
        <p:spPr>
          <a:xfrm>
            <a:off x="6342019" y="6224798"/>
            <a:ext cx="110913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/>
                </a:solidFill>
                <a:latin typeface="Aptos" panose="020B0004020202020204" pitchFamily="34" charset="0"/>
              </a:rPr>
              <a:t>Control</a:t>
            </a:r>
            <a:endParaRPr lang="en-US" sz="2000" dirty="0">
              <a:solidFill>
                <a:schemeClr val="accent5"/>
              </a:solidFill>
            </a:endParaRPr>
          </a:p>
          <a:p>
            <a:endParaRPr lang="en-GB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88034185-293A-C0F6-C2C3-576B3B2FDF98}"/>
              </a:ext>
            </a:extLst>
          </p:cNvPr>
          <p:cNvSpPr txBox="1"/>
          <p:nvPr/>
        </p:nvSpPr>
        <p:spPr>
          <a:xfrm>
            <a:off x="9904022" y="6017796"/>
            <a:ext cx="110913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/>
                </a:solidFill>
                <a:latin typeface="Aptos" panose="020B0004020202020204" pitchFamily="34" charset="0"/>
              </a:rPr>
              <a:t>SCADA</a:t>
            </a:r>
            <a:endParaRPr lang="en-US" sz="2000" dirty="0">
              <a:solidFill>
                <a:schemeClr val="accent5"/>
              </a:solidFill>
            </a:endParaRPr>
          </a:p>
          <a:p>
            <a:endParaRPr lang="en-GB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2154604B-4C84-AFF3-B026-EC372A3354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0650" y="5270754"/>
            <a:ext cx="1610090" cy="924256"/>
          </a:xfrm>
          <a:prstGeom prst="rect">
            <a:avLst/>
          </a:prstGeom>
        </p:spPr>
      </p:pic>
      <p:sp>
        <p:nvSpPr>
          <p:cNvPr id="26" name="Flecha: a la izquierda y derecha 25">
            <a:extLst>
              <a:ext uri="{FF2B5EF4-FFF2-40B4-BE49-F238E27FC236}">
                <a16:creationId xmlns:a16="http://schemas.microsoft.com/office/drawing/2014/main" id="{E4E61B8B-EE24-D3C4-D81F-85E4B44A032B}"/>
              </a:ext>
            </a:extLst>
          </p:cNvPr>
          <p:cNvSpPr/>
          <p:nvPr/>
        </p:nvSpPr>
        <p:spPr>
          <a:xfrm>
            <a:off x="4706911" y="5561759"/>
            <a:ext cx="743412" cy="338554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95F11ED-D2DD-5E7A-D308-B86F3E8A7172}"/>
              </a:ext>
            </a:extLst>
          </p:cNvPr>
          <p:cNvSpPr txBox="1"/>
          <p:nvPr/>
        </p:nvSpPr>
        <p:spPr>
          <a:xfrm>
            <a:off x="6690249" y="3009257"/>
            <a:ext cx="2728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5"/>
                </a:solidFill>
                <a:latin typeface="Aptos" panose="020B0004020202020204" pitchFamily="34" charset="0"/>
              </a:rPr>
              <a:t>Real Time Simulation</a:t>
            </a:r>
            <a:endParaRPr lang="en-US" sz="2000" dirty="0">
              <a:solidFill>
                <a:schemeClr val="accent5"/>
              </a:solidFill>
            </a:endParaRPr>
          </a:p>
        </p:txBody>
      </p:sp>
      <p:sp>
        <p:nvSpPr>
          <p:cNvPr id="27" name="Abrir llave 26">
            <a:extLst>
              <a:ext uri="{FF2B5EF4-FFF2-40B4-BE49-F238E27FC236}">
                <a16:creationId xmlns:a16="http://schemas.microsoft.com/office/drawing/2014/main" id="{554F72D2-B5E2-6CAD-0D3B-6A5BD4B3979F}"/>
              </a:ext>
            </a:extLst>
          </p:cNvPr>
          <p:cNvSpPr/>
          <p:nvPr/>
        </p:nvSpPr>
        <p:spPr>
          <a:xfrm rot="5400000">
            <a:off x="10028699" y="3362999"/>
            <a:ext cx="393344" cy="3006634"/>
          </a:xfrm>
          <a:prstGeom prst="leftBrace">
            <a:avLst>
              <a:gd name="adj1" fmla="val 0"/>
              <a:gd name="adj2" fmla="val 50000"/>
            </a:avLst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2E2CB864-3FDD-C903-EECF-E91533400AC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48687" y="5220682"/>
            <a:ext cx="1260660" cy="759849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CBA79DBB-6383-9859-7B24-F331CF67CA7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29939" y="3800179"/>
            <a:ext cx="1120117" cy="788773"/>
          </a:xfrm>
          <a:prstGeom prst="rect">
            <a:avLst/>
          </a:prstGeom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CF165054-117E-5159-613D-CBFD1DEDF99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9288" y="3900153"/>
            <a:ext cx="1330394" cy="606527"/>
          </a:xfrm>
          <a:prstGeom prst="rect">
            <a:avLst/>
          </a:prstGeom>
        </p:spPr>
      </p:pic>
      <p:pic>
        <p:nvPicPr>
          <p:cNvPr id="41" name="Imagen 40">
            <a:extLst>
              <a:ext uri="{FF2B5EF4-FFF2-40B4-BE49-F238E27FC236}">
                <a16:creationId xmlns:a16="http://schemas.microsoft.com/office/drawing/2014/main" id="{C7AD5B0C-2F3D-3A9E-662D-CE06C171938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79682" y="3951717"/>
            <a:ext cx="1683346" cy="485699"/>
          </a:xfrm>
          <a:prstGeom prst="rect">
            <a:avLst/>
          </a:prstGeom>
        </p:spPr>
      </p:pic>
      <p:pic>
        <p:nvPicPr>
          <p:cNvPr id="45" name="Marcador de contenido 44">
            <a:extLst>
              <a:ext uri="{FF2B5EF4-FFF2-40B4-BE49-F238E27FC236}">
                <a16:creationId xmlns:a16="http://schemas.microsoft.com/office/drawing/2014/main" id="{24444F30-3B81-F419-50AB-C2F54623D1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12"/>
          <a:stretch>
            <a:fillRect/>
          </a:stretch>
        </p:blipFill>
        <p:spPr>
          <a:xfrm>
            <a:off x="4955834" y="3792855"/>
            <a:ext cx="1197346" cy="820708"/>
          </a:xfrm>
        </p:spPr>
      </p:pic>
      <p:sp>
        <p:nvSpPr>
          <p:cNvPr id="47" name="Abrir llave 46">
            <a:extLst>
              <a:ext uri="{FF2B5EF4-FFF2-40B4-BE49-F238E27FC236}">
                <a16:creationId xmlns:a16="http://schemas.microsoft.com/office/drawing/2014/main" id="{A5C77E13-A0CC-6246-AA74-F85B42F3C505}"/>
              </a:ext>
            </a:extLst>
          </p:cNvPr>
          <p:cNvSpPr/>
          <p:nvPr/>
        </p:nvSpPr>
        <p:spPr>
          <a:xfrm rot="5400000">
            <a:off x="7274366" y="-965517"/>
            <a:ext cx="440266" cy="9055157"/>
          </a:xfrm>
          <a:prstGeom prst="leftBrace">
            <a:avLst>
              <a:gd name="adj1" fmla="val 213628"/>
              <a:gd name="adj2" fmla="val 50000"/>
            </a:avLst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D46CFAD8-E717-26EE-76BF-B253A5A6ECF8}"/>
              </a:ext>
            </a:extLst>
          </p:cNvPr>
          <p:cNvSpPr txBox="1"/>
          <p:nvPr/>
        </p:nvSpPr>
        <p:spPr>
          <a:xfrm>
            <a:off x="2593413" y="3957466"/>
            <a:ext cx="24258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/>
                </a:solidFill>
                <a:latin typeface="Aptos" panose="020B0004020202020204" pitchFamily="34" charset="0"/>
              </a:rPr>
              <a:t>Real-Time Simulator</a:t>
            </a:r>
            <a:endParaRPr lang="en-US" sz="2000" dirty="0">
              <a:solidFill>
                <a:schemeClr val="accent5"/>
              </a:solidFill>
            </a:endParaRP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CB9CD02E-B41D-146D-7686-11249E565156}"/>
              </a:ext>
            </a:extLst>
          </p:cNvPr>
          <p:cNvSpPr txBox="1"/>
          <p:nvPr/>
        </p:nvSpPr>
        <p:spPr>
          <a:xfrm>
            <a:off x="10450056" y="3840622"/>
            <a:ext cx="9747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/>
                </a:solidFill>
                <a:latin typeface="Aptos" panose="020B0004020202020204" pitchFamily="34" charset="0"/>
              </a:rPr>
              <a:t>Host</a:t>
            </a:r>
          </a:p>
          <a:p>
            <a:r>
              <a:rPr lang="en-US" sz="2000" dirty="0">
                <a:solidFill>
                  <a:schemeClr val="accent5"/>
                </a:solidFill>
                <a:latin typeface="Aptos" panose="020B0004020202020204" pitchFamily="34" charset="0"/>
              </a:rPr>
              <a:t>PC</a:t>
            </a:r>
            <a:endParaRPr lang="en-US" sz="2000" dirty="0">
              <a:solidFill>
                <a:schemeClr val="accent5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734A98F-AD6E-8701-4CAA-B499C0997AAC}"/>
              </a:ext>
            </a:extLst>
          </p:cNvPr>
          <p:cNvSpPr txBox="1"/>
          <p:nvPr/>
        </p:nvSpPr>
        <p:spPr>
          <a:xfrm>
            <a:off x="3394940" y="2362891"/>
            <a:ext cx="7956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rgbClr val="00B050"/>
                </a:solidFill>
                <a:latin typeface="Aptos" panose="020B0004020202020204" pitchFamily="34" charset="0"/>
              </a:rPr>
              <a:t>✓</a:t>
            </a:r>
            <a:endParaRPr lang="en-US" sz="5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56842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FDC6C-F64E-B949-AC64-08C4C4B9B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7A130-317A-7E35-0678-26164BE94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518" y="294648"/>
            <a:ext cx="11130280" cy="463744"/>
          </a:xfrm>
        </p:spPr>
        <p:txBody>
          <a:bodyPr>
            <a:normAutofit fontScale="90000"/>
          </a:bodyPr>
          <a:lstStyle/>
          <a:p>
            <a:br>
              <a:rPr lang="en-US" sz="4400" dirty="0"/>
            </a:br>
            <a:br>
              <a:rPr lang="en-US" sz="4400" dirty="0"/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Methodology</a:t>
            </a:r>
            <a:br>
              <a:rPr lang="en-US" sz="4400" dirty="0"/>
            </a:b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10779-E5D2-8B23-116A-99A88F374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F416B-3F94-4DFA-A3AB-EC6D5E4C9A6C}" type="slidenum">
              <a:rPr lang="en-US" smtClean="0"/>
              <a:t>19</a:t>
            </a:fld>
            <a:endParaRPr lang="en-US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B22B2F31-5F3B-27BC-64B1-78731915F3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126" y="1006140"/>
            <a:ext cx="11652070" cy="2102042"/>
          </a:xfrm>
          <a:prstGeom prst="rect">
            <a:avLst/>
          </a:prstGeom>
        </p:spPr>
      </p:pic>
      <p:pic>
        <p:nvPicPr>
          <p:cNvPr id="11" name="Marcador de contenido 5">
            <a:extLst>
              <a:ext uri="{FF2B5EF4-FFF2-40B4-BE49-F238E27FC236}">
                <a16:creationId xmlns:a16="http://schemas.microsoft.com/office/drawing/2014/main" id="{E811C8B6-44B5-0D99-1D93-263FD95C4D6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9109" t="15186" r="11282" b="20396"/>
          <a:stretch/>
        </p:blipFill>
        <p:spPr>
          <a:xfrm>
            <a:off x="6713218" y="114464"/>
            <a:ext cx="2277534" cy="2083485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05459C46-B826-A54C-0C3C-B3CFB66AC848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22" t="17905" r="23759" b="17460"/>
          <a:stretch/>
        </p:blipFill>
        <p:spPr>
          <a:xfrm rot="10800000" flipH="1" flipV="1">
            <a:off x="9834753" y="241637"/>
            <a:ext cx="2094900" cy="182913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F6074F6A-FB22-7900-FA47-113A30B8A01F}"/>
              </a:ext>
            </a:extLst>
          </p:cNvPr>
          <p:cNvSpPr txBox="1"/>
          <p:nvPr/>
        </p:nvSpPr>
        <p:spPr>
          <a:xfrm>
            <a:off x="275849" y="2343796"/>
            <a:ext cx="7956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rgbClr val="00B050"/>
                </a:solidFill>
                <a:latin typeface="Aptos" panose="020B0004020202020204" pitchFamily="34" charset="0"/>
              </a:rPr>
              <a:t>✓</a:t>
            </a:r>
            <a:endParaRPr lang="en-US" sz="5400" dirty="0">
              <a:solidFill>
                <a:srgbClr val="00B050"/>
              </a:solidFill>
            </a:endParaRPr>
          </a:p>
        </p:txBody>
      </p:sp>
      <p:sp>
        <p:nvSpPr>
          <p:cNvPr id="8" name="Abrir llave 7">
            <a:extLst>
              <a:ext uri="{FF2B5EF4-FFF2-40B4-BE49-F238E27FC236}">
                <a16:creationId xmlns:a16="http://schemas.microsoft.com/office/drawing/2014/main" id="{DA055021-B37C-8274-3E82-3EA90C36DEFF}"/>
              </a:ext>
            </a:extLst>
          </p:cNvPr>
          <p:cNvSpPr/>
          <p:nvPr/>
        </p:nvSpPr>
        <p:spPr>
          <a:xfrm rot="10800000">
            <a:off x="4613287" y="3810767"/>
            <a:ext cx="440266" cy="1083450"/>
          </a:xfrm>
          <a:prstGeom prst="leftBrace">
            <a:avLst>
              <a:gd name="adj1" fmla="val 94035"/>
              <a:gd name="adj2" fmla="val 50000"/>
            </a:avLst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86E9F7D-AC40-4BE3-BF60-234FFD45ED99}"/>
              </a:ext>
            </a:extLst>
          </p:cNvPr>
          <p:cNvSpPr/>
          <p:nvPr/>
        </p:nvSpPr>
        <p:spPr>
          <a:xfrm>
            <a:off x="2634168" y="3924081"/>
            <a:ext cx="1817912" cy="974966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ACC83E9-4BF0-F034-70CF-F3BE5E6D1980}"/>
              </a:ext>
            </a:extLst>
          </p:cNvPr>
          <p:cNvSpPr/>
          <p:nvPr/>
        </p:nvSpPr>
        <p:spPr>
          <a:xfrm>
            <a:off x="4449825" y="5736321"/>
            <a:ext cx="2559239" cy="1016021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47649AD-1EEC-AF57-15C7-C86DD56D6775}"/>
              </a:ext>
            </a:extLst>
          </p:cNvPr>
          <p:cNvSpPr txBox="1">
            <a:spLocks/>
          </p:cNvSpPr>
          <p:nvPr/>
        </p:nvSpPr>
        <p:spPr>
          <a:xfrm>
            <a:off x="2939199" y="1004941"/>
            <a:ext cx="11565709" cy="53047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E99CAF03-DC37-CE72-A497-1DC387F0301C}"/>
              </a:ext>
            </a:extLst>
          </p:cNvPr>
          <p:cNvSpPr/>
          <p:nvPr/>
        </p:nvSpPr>
        <p:spPr>
          <a:xfrm>
            <a:off x="9329939" y="5048413"/>
            <a:ext cx="2061568" cy="974967"/>
          </a:xfrm>
          <a:prstGeom prst="rect">
            <a:avLst/>
          </a:prstGeom>
          <a:noFill/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E05F1B1-9A99-CE36-A6C1-7E50A1CA1D58}"/>
              </a:ext>
            </a:extLst>
          </p:cNvPr>
          <p:cNvSpPr txBox="1"/>
          <p:nvPr/>
        </p:nvSpPr>
        <p:spPr>
          <a:xfrm>
            <a:off x="3150884" y="4928307"/>
            <a:ext cx="110913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/>
                </a:solidFill>
                <a:latin typeface="Aptos" panose="020B0004020202020204" pitchFamily="34" charset="0"/>
              </a:rPr>
              <a:t>Plant</a:t>
            </a:r>
            <a:endParaRPr lang="en-US" sz="2000" dirty="0">
              <a:solidFill>
                <a:schemeClr val="accent5"/>
              </a:solidFill>
            </a:endParaRPr>
          </a:p>
          <a:p>
            <a:endParaRPr lang="en-GB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CEB257F8-E15E-8F26-03FC-681BC8A162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3065957" y="3938370"/>
            <a:ext cx="787239" cy="1040756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CB06170E-3C47-7F4E-F560-92CC529FD2E1}"/>
              </a:ext>
            </a:extLst>
          </p:cNvPr>
          <p:cNvSpPr txBox="1"/>
          <p:nvPr/>
        </p:nvSpPr>
        <p:spPr>
          <a:xfrm>
            <a:off x="7160822" y="6286287"/>
            <a:ext cx="110913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/>
                </a:solidFill>
                <a:latin typeface="Aptos" panose="020B0004020202020204" pitchFamily="34" charset="0"/>
              </a:rPr>
              <a:t>Control</a:t>
            </a:r>
            <a:endParaRPr lang="en-US" sz="2000" dirty="0">
              <a:solidFill>
                <a:schemeClr val="accent5"/>
              </a:solidFill>
            </a:endParaRPr>
          </a:p>
          <a:p>
            <a:endParaRPr lang="en-GB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D93E033-606E-7ED4-2399-CB8C488E6E78}"/>
              </a:ext>
            </a:extLst>
          </p:cNvPr>
          <p:cNvSpPr txBox="1"/>
          <p:nvPr/>
        </p:nvSpPr>
        <p:spPr>
          <a:xfrm>
            <a:off x="9904022" y="6017796"/>
            <a:ext cx="110913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/>
                </a:solidFill>
                <a:latin typeface="Aptos" panose="020B0004020202020204" pitchFamily="34" charset="0"/>
              </a:rPr>
              <a:t>SCADA</a:t>
            </a:r>
            <a:endParaRPr lang="en-US" sz="2000" dirty="0">
              <a:solidFill>
                <a:schemeClr val="accent5"/>
              </a:solidFill>
            </a:endParaRPr>
          </a:p>
          <a:p>
            <a:endParaRPr lang="en-GB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1B34117E-8441-F19F-DFE3-C263607620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0900" y="5823960"/>
            <a:ext cx="1610090" cy="924256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93B806B8-A50D-1497-A3FA-123B7D1CD46B}"/>
              </a:ext>
            </a:extLst>
          </p:cNvPr>
          <p:cNvSpPr txBox="1"/>
          <p:nvPr/>
        </p:nvSpPr>
        <p:spPr>
          <a:xfrm>
            <a:off x="6215742" y="2957276"/>
            <a:ext cx="2728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5"/>
                </a:solidFill>
                <a:latin typeface="Aptos" panose="020B0004020202020204" pitchFamily="34" charset="0"/>
              </a:rPr>
              <a:t>C-HIL</a:t>
            </a:r>
            <a:endParaRPr lang="en-US" sz="2000" dirty="0">
              <a:solidFill>
                <a:schemeClr val="accent5"/>
              </a:solidFill>
            </a:endParaRPr>
          </a:p>
        </p:txBody>
      </p:sp>
      <p:sp>
        <p:nvSpPr>
          <p:cNvPr id="27" name="Abrir llave 26">
            <a:extLst>
              <a:ext uri="{FF2B5EF4-FFF2-40B4-BE49-F238E27FC236}">
                <a16:creationId xmlns:a16="http://schemas.microsoft.com/office/drawing/2014/main" id="{804D85F6-BC37-E6C4-4E27-C1C76B9864BB}"/>
              </a:ext>
            </a:extLst>
          </p:cNvPr>
          <p:cNvSpPr/>
          <p:nvPr/>
        </p:nvSpPr>
        <p:spPr>
          <a:xfrm rot="5400000">
            <a:off x="10028699" y="3362999"/>
            <a:ext cx="393344" cy="3006634"/>
          </a:xfrm>
          <a:prstGeom prst="leftBrace">
            <a:avLst>
              <a:gd name="adj1" fmla="val 0"/>
              <a:gd name="adj2" fmla="val 50000"/>
            </a:avLst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9C8DDAA0-A41A-6CE2-DA18-8EF620C6372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48687" y="5220682"/>
            <a:ext cx="1260660" cy="759849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C092F889-2A8B-D7B4-9BCD-E1163A53E37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55235" y="3870894"/>
            <a:ext cx="1120117" cy="788773"/>
          </a:xfrm>
          <a:prstGeom prst="rect">
            <a:avLst/>
          </a:prstGeom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33B00E6A-8012-4881-610B-741D867516D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32535" y="3847831"/>
            <a:ext cx="1330394" cy="606527"/>
          </a:xfrm>
          <a:prstGeom prst="rect">
            <a:avLst/>
          </a:prstGeom>
        </p:spPr>
      </p:pic>
      <p:pic>
        <p:nvPicPr>
          <p:cNvPr id="41" name="Imagen 40">
            <a:extLst>
              <a:ext uri="{FF2B5EF4-FFF2-40B4-BE49-F238E27FC236}">
                <a16:creationId xmlns:a16="http://schemas.microsoft.com/office/drawing/2014/main" id="{6681D90B-B8DF-432E-3CE6-9F79E8134A0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62929" y="3896594"/>
            <a:ext cx="1683346" cy="485699"/>
          </a:xfrm>
          <a:prstGeom prst="rect">
            <a:avLst/>
          </a:prstGeom>
        </p:spPr>
      </p:pic>
      <p:pic>
        <p:nvPicPr>
          <p:cNvPr id="21" name="Marcador de contenido 20">
            <a:extLst>
              <a:ext uri="{FF2B5EF4-FFF2-40B4-BE49-F238E27FC236}">
                <a16:creationId xmlns:a16="http://schemas.microsoft.com/office/drawing/2014/main" id="{F36DE68A-4383-520C-A7CA-16DEB8F01C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12"/>
          <a:stretch>
            <a:fillRect/>
          </a:stretch>
        </p:blipFill>
        <p:spPr>
          <a:xfrm>
            <a:off x="5126725" y="3761375"/>
            <a:ext cx="1384134" cy="1656018"/>
          </a:xfrm>
        </p:spPr>
      </p:pic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059BDC04-5BE0-7AC7-E778-856DC4E39443}"/>
              </a:ext>
            </a:extLst>
          </p:cNvPr>
          <p:cNvSpPr txBox="1">
            <a:spLocks/>
          </p:cNvSpPr>
          <p:nvPr/>
        </p:nvSpPr>
        <p:spPr>
          <a:xfrm>
            <a:off x="2305706" y="954986"/>
            <a:ext cx="11565709" cy="53047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4" name="Abrir llave 23">
            <a:extLst>
              <a:ext uri="{FF2B5EF4-FFF2-40B4-BE49-F238E27FC236}">
                <a16:creationId xmlns:a16="http://schemas.microsoft.com/office/drawing/2014/main" id="{E7F4B879-10CF-F2A5-FB8C-4D3037A0CC0D}"/>
              </a:ext>
            </a:extLst>
          </p:cNvPr>
          <p:cNvSpPr/>
          <p:nvPr/>
        </p:nvSpPr>
        <p:spPr>
          <a:xfrm rot="5400000">
            <a:off x="5568525" y="4094976"/>
            <a:ext cx="440266" cy="3100252"/>
          </a:xfrm>
          <a:prstGeom prst="leftBrac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FA21522C-6A39-8438-A62C-6B54DE76225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0678093">
            <a:off x="6418116" y="4739443"/>
            <a:ext cx="1479402" cy="606527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556C097D-0EFE-C8DB-2756-21EC47101E8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0774485">
            <a:off x="7768163" y="4408102"/>
            <a:ext cx="1683346" cy="485699"/>
          </a:xfrm>
          <a:prstGeom prst="rect">
            <a:avLst/>
          </a:prstGeom>
        </p:spPr>
      </p:pic>
      <p:sp>
        <p:nvSpPr>
          <p:cNvPr id="29" name="Abrir llave 28">
            <a:extLst>
              <a:ext uri="{FF2B5EF4-FFF2-40B4-BE49-F238E27FC236}">
                <a16:creationId xmlns:a16="http://schemas.microsoft.com/office/drawing/2014/main" id="{6DAFA242-3B08-F24F-361F-E894546BAF13}"/>
              </a:ext>
            </a:extLst>
          </p:cNvPr>
          <p:cNvSpPr/>
          <p:nvPr/>
        </p:nvSpPr>
        <p:spPr>
          <a:xfrm rot="5400000">
            <a:off x="7359769" y="-1036172"/>
            <a:ext cx="440266" cy="9055157"/>
          </a:xfrm>
          <a:prstGeom prst="leftBrace">
            <a:avLst>
              <a:gd name="adj1" fmla="val 213628"/>
              <a:gd name="adj2" fmla="val 50000"/>
            </a:avLst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9E57B1C3-2B5F-69F1-A900-025660860CA2}"/>
              </a:ext>
            </a:extLst>
          </p:cNvPr>
          <p:cNvSpPr txBox="1"/>
          <p:nvPr/>
        </p:nvSpPr>
        <p:spPr>
          <a:xfrm>
            <a:off x="10595757" y="3866423"/>
            <a:ext cx="9747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/>
                </a:solidFill>
                <a:latin typeface="Aptos" panose="020B0004020202020204" pitchFamily="34" charset="0"/>
              </a:rPr>
              <a:t>Host</a:t>
            </a:r>
          </a:p>
          <a:p>
            <a:r>
              <a:rPr lang="en-US" sz="2000" dirty="0">
                <a:solidFill>
                  <a:schemeClr val="accent5"/>
                </a:solidFill>
                <a:latin typeface="Aptos" panose="020B0004020202020204" pitchFamily="34" charset="0"/>
              </a:rPr>
              <a:t>PC</a:t>
            </a:r>
            <a:endParaRPr lang="en-US" sz="2000" dirty="0">
              <a:solidFill>
                <a:schemeClr val="accent5"/>
              </a:solidFill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DA355446-571B-9D00-113A-AD9E43CFFED0}"/>
              </a:ext>
            </a:extLst>
          </p:cNvPr>
          <p:cNvSpPr txBox="1"/>
          <p:nvPr/>
        </p:nvSpPr>
        <p:spPr>
          <a:xfrm>
            <a:off x="4712778" y="3496484"/>
            <a:ext cx="24258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/>
                </a:solidFill>
                <a:latin typeface="Aptos" panose="020B0004020202020204" pitchFamily="34" charset="0"/>
              </a:rPr>
              <a:t>Real-Time Simulator</a:t>
            </a:r>
            <a:endParaRPr lang="en-US" sz="2000" dirty="0">
              <a:solidFill>
                <a:schemeClr val="accent5"/>
              </a:solidFill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46925DA7-9F6B-3ECA-6332-BE01D8083742}"/>
              </a:ext>
            </a:extLst>
          </p:cNvPr>
          <p:cNvSpPr txBox="1"/>
          <p:nvPr/>
        </p:nvSpPr>
        <p:spPr>
          <a:xfrm>
            <a:off x="6357734" y="5206024"/>
            <a:ext cx="9747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/>
                </a:solidFill>
                <a:latin typeface="Aptos" panose="020B0004020202020204" pitchFamily="34" charset="0"/>
              </a:rPr>
              <a:t>DSP</a:t>
            </a:r>
            <a:endParaRPr lang="en-US" sz="2000" dirty="0">
              <a:solidFill>
                <a:schemeClr val="accent5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3DD643F-8A88-F631-5353-1E63CD49D29D}"/>
              </a:ext>
            </a:extLst>
          </p:cNvPr>
          <p:cNvSpPr txBox="1"/>
          <p:nvPr/>
        </p:nvSpPr>
        <p:spPr>
          <a:xfrm>
            <a:off x="3383972" y="2349255"/>
            <a:ext cx="7956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rgbClr val="00B050"/>
                </a:solidFill>
                <a:latin typeface="Aptos" panose="020B0004020202020204" pitchFamily="34" charset="0"/>
              </a:rPr>
              <a:t>✓</a:t>
            </a:r>
            <a:endParaRPr lang="en-US" sz="5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83180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1912"/>
          </a:xfrm>
        </p:spPr>
        <p:txBody>
          <a:bodyPr/>
          <a:lstStyle/>
          <a:p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Outline</a:t>
            </a:r>
            <a:endParaRPr lang="en-GB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045486"/>
            <a:ext cx="10515600" cy="5241014"/>
          </a:xfrm>
        </p:spPr>
        <p:txBody>
          <a:bodyPr>
            <a:normAutofit/>
          </a:bodyPr>
          <a:lstStyle/>
          <a:p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Introduction</a:t>
            </a:r>
            <a:endParaRPr lang="es-ES" sz="24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Three-phase</a:t>
            </a:r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inverter</a:t>
            </a:r>
            <a:endParaRPr lang="es-ES" sz="24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Pulse </a:t>
            </a:r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Width</a:t>
            </a:r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Modulation</a:t>
            </a:r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 (PWM)</a:t>
            </a:r>
          </a:p>
          <a:p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Coupling</a:t>
            </a:r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filter</a:t>
            </a:r>
            <a:endParaRPr lang="es-ES" sz="24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Averaged</a:t>
            </a:r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model</a:t>
            </a:r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of</a:t>
            </a:r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Three-Phase</a:t>
            </a:r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Three-wire</a:t>
            </a:r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Two-level</a:t>
            </a:r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 VSC in </a:t>
            </a:r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abc</a:t>
            </a:r>
            <a:endParaRPr lang="es-ES" sz="24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Averaged</a:t>
            </a:r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model</a:t>
            </a:r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of</a:t>
            </a:r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Three-Phase</a:t>
            </a:r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Three-wire</a:t>
            </a:r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Two-level</a:t>
            </a:r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 VSC in </a:t>
            </a:r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dq</a:t>
            </a:r>
            <a:endParaRPr lang="es-ES" sz="24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Grid</a:t>
            </a:r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synchronization</a:t>
            </a:r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: </a:t>
            </a:r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Phase</a:t>
            </a:r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Lock</a:t>
            </a:r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Loop</a:t>
            </a:r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 (PLL)</a:t>
            </a:r>
          </a:p>
          <a:p>
            <a:r>
              <a:rPr lang="es-ES" sz="2400" dirty="0"/>
              <a:t>VSC control</a:t>
            </a:r>
          </a:p>
          <a:p>
            <a:r>
              <a:rPr lang="es-ES" sz="2400" dirty="0" err="1"/>
              <a:t>Current</a:t>
            </a:r>
            <a:r>
              <a:rPr lang="es-ES" sz="2400" dirty="0"/>
              <a:t> control in </a:t>
            </a:r>
            <a:r>
              <a:rPr lang="es-ES" sz="2400" dirty="0" err="1"/>
              <a:t>dq</a:t>
            </a:r>
            <a:r>
              <a:rPr lang="es-ES" sz="2400" dirty="0"/>
              <a:t> </a:t>
            </a:r>
            <a:r>
              <a:rPr lang="es-ES" sz="2400" dirty="0" err="1"/>
              <a:t>coordinates</a:t>
            </a:r>
            <a:endParaRPr lang="es-ES" sz="2400" dirty="0"/>
          </a:p>
          <a:p>
            <a:r>
              <a:rPr lang="es-ES" sz="2400" dirty="0" err="1"/>
              <a:t>Computation</a:t>
            </a:r>
            <a:r>
              <a:rPr lang="es-ES" sz="2400" dirty="0"/>
              <a:t> </a:t>
            </a:r>
            <a:r>
              <a:rPr lang="es-ES" sz="2400" dirty="0" err="1"/>
              <a:t>of</a:t>
            </a:r>
            <a:r>
              <a:rPr lang="es-ES" sz="2400" dirty="0"/>
              <a:t> </a:t>
            </a:r>
            <a:r>
              <a:rPr lang="es-ES" sz="2400" dirty="0" err="1"/>
              <a:t>reference</a:t>
            </a:r>
            <a:r>
              <a:rPr lang="es-ES" sz="2400" dirty="0"/>
              <a:t> </a:t>
            </a:r>
            <a:r>
              <a:rPr lang="es-ES" sz="2400" dirty="0" err="1"/>
              <a:t>current</a:t>
            </a:r>
            <a:endParaRPr lang="es-ES" sz="2400" dirty="0"/>
          </a:p>
          <a:p>
            <a:r>
              <a:rPr lang="es-ES" sz="2400" dirty="0"/>
              <a:t>DC-link </a:t>
            </a:r>
            <a:r>
              <a:rPr lang="es-ES" sz="2400" dirty="0" err="1"/>
              <a:t>voltage</a:t>
            </a:r>
            <a:r>
              <a:rPr lang="es-ES" sz="2400" dirty="0"/>
              <a:t> control</a:t>
            </a:r>
          </a:p>
          <a:p>
            <a:pPr marL="514350" indent="-514350">
              <a:buFont typeface="+mj-lt"/>
              <a:buAutoNum type="arabicPeriod"/>
            </a:pPr>
            <a:endParaRPr lang="en-GB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err="1"/>
              <a:t>This</a:t>
            </a:r>
            <a:r>
              <a:rPr lang="es-ES"/>
              <a:t> </a:t>
            </a:r>
            <a:r>
              <a:rPr lang="es-ES" err="1"/>
              <a:t>project</a:t>
            </a:r>
            <a:r>
              <a:rPr lang="es-ES"/>
              <a:t> has </a:t>
            </a:r>
            <a:r>
              <a:rPr lang="es-ES" err="1"/>
              <a:t>received</a:t>
            </a:r>
            <a:r>
              <a:rPr lang="es-ES"/>
              <a:t> </a:t>
            </a:r>
            <a:r>
              <a:rPr lang="es-ES" err="1"/>
              <a:t>funding</a:t>
            </a:r>
            <a:r>
              <a:rPr lang="es-ES"/>
              <a:t> </a:t>
            </a:r>
            <a:r>
              <a:rPr lang="es-ES" err="1"/>
              <a:t>from</a:t>
            </a:r>
            <a:r>
              <a:rPr lang="es-ES"/>
              <a:t> </a:t>
            </a:r>
            <a:r>
              <a:rPr lang="es-ES" err="1"/>
              <a:t>the</a:t>
            </a:r>
            <a:r>
              <a:rPr lang="es-ES"/>
              <a:t> </a:t>
            </a:r>
            <a:r>
              <a:rPr lang="es-ES" err="1"/>
              <a:t>European</a:t>
            </a:r>
            <a:r>
              <a:rPr lang="es-ES"/>
              <a:t> </a:t>
            </a:r>
            <a:r>
              <a:rPr lang="es-ES" err="1"/>
              <a:t>Union’s</a:t>
            </a:r>
            <a:r>
              <a:rPr lang="es-ES"/>
              <a:t> </a:t>
            </a:r>
            <a:r>
              <a:rPr lang="es-ES" err="1"/>
              <a:t>Horizon</a:t>
            </a:r>
            <a:r>
              <a:rPr lang="es-ES"/>
              <a:t> </a:t>
            </a:r>
            <a:r>
              <a:rPr lang="es-ES" err="1"/>
              <a:t>Widening</a:t>
            </a:r>
            <a:r>
              <a:rPr lang="es-ES"/>
              <a:t> </a:t>
            </a:r>
            <a:r>
              <a:rPr lang="es-ES" err="1"/>
              <a:t>participation</a:t>
            </a:r>
            <a:r>
              <a:rPr lang="es-ES"/>
              <a:t> and </a:t>
            </a:r>
            <a:r>
              <a:rPr lang="es-ES" err="1"/>
              <a:t>spreading</a:t>
            </a:r>
            <a:r>
              <a:rPr lang="es-ES"/>
              <a:t> </a:t>
            </a:r>
            <a:r>
              <a:rPr lang="es-ES" err="1"/>
              <a:t>excellence</a:t>
            </a:r>
            <a:r>
              <a:rPr lang="es-ES"/>
              <a:t> </a:t>
            </a:r>
            <a:r>
              <a:rPr lang="es-ES" err="1"/>
              <a:t>programme</a:t>
            </a:r>
            <a:r>
              <a:rPr lang="es-ES"/>
              <a:t> </a:t>
            </a:r>
            <a:r>
              <a:rPr lang="es-ES" err="1"/>
              <a:t>under</a:t>
            </a:r>
            <a:r>
              <a:rPr lang="es-ES"/>
              <a:t> </a:t>
            </a:r>
            <a:r>
              <a:rPr lang="es-ES" err="1"/>
              <a:t>grant</a:t>
            </a:r>
            <a:r>
              <a:rPr lang="es-ES"/>
              <a:t> </a:t>
            </a:r>
            <a:r>
              <a:rPr lang="es-ES" err="1"/>
              <a:t>agreement</a:t>
            </a:r>
            <a:r>
              <a:rPr lang="es-ES"/>
              <a:t> No. 101079200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D527B-7932-41F4-A031-049D20E82D5D}" type="slidenum">
              <a:rPr lang="es-ES" smtClean="0"/>
              <a:t>20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951447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2669309"/>
            <a:ext cx="9829800" cy="1163930"/>
          </a:xfrm>
        </p:spPr>
        <p:txBody>
          <a:bodyPr>
            <a:noAutofit/>
          </a:bodyPr>
          <a:lstStyle/>
          <a:p>
            <a:r>
              <a:rPr lang="es-ES" sz="4400" err="1">
                <a:latin typeface="+mn-lt"/>
              </a:rPr>
              <a:t>Modeling</a:t>
            </a:r>
            <a:r>
              <a:rPr lang="es-ES" sz="4400">
                <a:latin typeface="+mn-lt"/>
              </a:rPr>
              <a:t> and control of </a:t>
            </a:r>
            <a:br>
              <a:rPr lang="es-ES" sz="4400">
                <a:latin typeface="+mn-lt"/>
              </a:rPr>
            </a:br>
            <a:r>
              <a:rPr lang="es-ES" sz="4400" err="1">
                <a:latin typeface="+mn-lt"/>
              </a:rPr>
              <a:t>Voltage</a:t>
            </a:r>
            <a:r>
              <a:rPr lang="es-ES" sz="4400">
                <a:latin typeface="+mn-lt"/>
              </a:rPr>
              <a:t> </a:t>
            </a:r>
            <a:r>
              <a:rPr lang="es-ES" sz="4400" err="1">
                <a:latin typeface="+mn-lt"/>
              </a:rPr>
              <a:t>Source</a:t>
            </a:r>
            <a:r>
              <a:rPr lang="es-ES" sz="4400">
                <a:latin typeface="+mn-lt"/>
              </a:rPr>
              <a:t> </a:t>
            </a:r>
            <a:r>
              <a:rPr lang="es-ES" sz="4400" err="1">
                <a:latin typeface="+mn-lt"/>
              </a:rPr>
              <a:t>Converters</a:t>
            </a:r>
            <a:r>
              <a:rPr lang="es-ES" sz="4400">
                <a:latin typeface="+mn-lt"/>
              </a:rPr>
              <a:t> (</a:t>
            </a:r>
            <a:r>
              <a:rPr lang="es-ES" sz="4400" err="1">
                <a:latin typeface="+mn-lt"/>
              </a:rPr>
              <a:t>VSCs</a:t>
            </a:r>
            <a:r>
              <a:rPr lang="es-ES" sz="4400">
                <a:latin typeface="+mn-lt"/>
              </a:rPr>
              <a:t>)</a:t>
            </a:r>
            <a:br>
              <a:rPr lang="es-ES" sz="4400">
                <a:latin typeface="+mn-lt"/>
              </a:rPr>
            </a:br>
            <a:r>
              <a:rPr lang="es-ES" sz="4400" err="1">
                <a:latin typeface="+mn-lt"/>
              </a:rPr>
              <a:t>Part</a:t>
            </a:r>
            <a:r>
              <a:rPr lang="es-ES" sz="4400">
                <a:latin typeface="+mn-lt"/>
              </a:rPr>
              <a:t> II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927566"/>
            <a:ext cx="9144000" cy="2383183"/>
          </a:xfrm>
        </p:spPr>
        <p:txBody>
          <a:bodyPr>
            <a:normAutofit lnSpcReduction="10000"/>
          </a:bodyPr>
          <a:lstStyle/>
          <a:p>
            <a:r>
              <a:rPr lang="es-ES" b="1">
                <a:solidFill>
                  <a:schemeClr val="accent1"/>
                </a:solidFill>
              </a:rPr>
              <a:t>SUNRISE </a:t>
            </a:r>
            <a:r>
              <a:rPr lang="es-ES" b="1" err="1">
                <a:solidFill>
                  <a:schemeClr val="accent1"/>
                </a:solidFill>
              </a:rPr>
              <a:t>Summer</a:t>
            </a:r>
            <a:r>
              <a:rPr lang="es-ES" b="1">
                <a:solidFill>
                  <a:schemeClr val="accent1"/>
                </a:solidFill>
              </a:rPr>
              <a:t> </a:t>
            </a:r>
            <a:r>
              <a:rPr lang="es-ES" b="1" err="1">
                <a:solidFill>
                  <a:schemeClr val="accent1"/>
                </a:solidFill>
              </a:rPr>
              <a:t>School</a:t>
            </a:r>
            <a:endParaRPr lang="es-ES" b="1">
              <a:solidFill>
                <a:schemeClr val="accent1"/>
              </a:solidFill>
            </a:endParaRPr>
          </a:p>
          <a:p>
            <a:r>
              <a:rPr lang="es-ES" b="1" err="1">
                <a:solidFill>
                  <a:schemeClr val="accent1"/>
                </a:solidFill>
              </a:rPr>
              <a:t>Belgrade</a:t>
            </a:r>
            <a:r>
              <a:rPr lang="es-ES" b="1">
                <a:solidFill>
                  <a:schemeClr val="accent1"/>
                </a:solidFill>
              </a:rPr>
              <a:t> 10-13/9/2024</a:t>
            </a:r>
          </a:p>
          <a:p>
            <a:r>
              <a:rPr lang="es-ES"/>
              <a:t>Manuel Barragán Villarejo</a:t>
            </a:r>
          </a:p>
          <a:p>
            <a:pPr>
              <a:spcBef>
                <a:spcPts val="600"/>
              </a:spcBef>
            </a:pPr>
            <a:r>
              <a:rPr lang="es-ES" err="1"/>
              <a:t>Department</a:t>
            </a:r>
            <a:r>
              <a:rPr lang="es-ES"/>
              <a:t> of </a:t>
            </a:r>
            <a:r>
              <a:rPr lang="es-ES" err="1"/>
              <a:t>Electrical</a:t>
            </a:r>
            <a:r>
              <a:rPr lang="es-ES"/>
              <a:t> </a:t>
            </a:r>
            <a:r>
              <a:rPr lang="es-ES" err="1"/>
              <a:t>Engineering</a:t>
            </a:r>
            <a:endParaRPr lang="es-ES"/>
          </a:p>
          <a:p>
            <a:pPr>
              <a:spcBef>
                <a:spcPts val="0"/>
              </a:spcBef>
            </a:pPr>
            <a:r>
              <a:rPr lang="es-ES" err="1"/>
              <a:t>University</a:t>
            </a:r>
            <a:r>
              <a:rPr lang="es-ES"/>
              <a:t> of Sevilla</a:t>
            </a:r>
          </a:p>
          <a:p>
            <a:r>
              <a:rPr lang="es-ES" sz="1600"/>
              <a:t>(</a:t>
            </a:r>
            <a:r>
              <a:rPr lang="es-ES" sz="1600">
                <a:hlinkClick r:id="rId2"/>
              </a:rPr>
              <a:t>manuelbarragan@us.es</a:t>
            </a:r>
            <a:r>
              <a:rPr lang="es-ES" sz="1600"/>
              <a:t>)</a:t>
            </a: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This project has received funding from the European Union’s Horizon Widening participation and spreading excellence programme under grant agreement No. 101079200</a:t>
            </a:r>
          </a:p>
        </p:txBody>
      </p:sp>
    </p:spTree>
    <p:extLst>
      <p:ext uri="{BB962C8B-B14F-4D97-AF65-F5344CB8AC3E}">
        <p14:creationId xmlns:p14="http://schemas.microsoft.com/office/powerpoint/2010/main" val="106699578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SUNRISE" id="{E4327EF9-8016-41BC-819E-EF0D75AF380B}" vid="{2CEB09F5-497A-41A9-9867-C669C98FB277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plantilla_SUNRISE</Template>
  <TotalTime>201</TotalTime>
  <Words>1511</Words>
  <Application>Microsoft Office PowerPoint</Application>
  <PresentationFormat>Panorámica</PresentationFormat>
  <Paragraphs>239</Paragraphs>
  <Slides>21</Slides>
  <Notes>4</Notes>
  <HiddenSlides>2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7" baseType="lpstr">
      <vt:lpstr>Aptos</vt:lpstr>
      <vt:lpstr>Arial</vt:lpstr>
      <vt:lpstr>Calibri</vt:lpstr>
      <vt:lpstr>Calibri Light</vt:lpstr>
      <vt:lpstr>Cambria Math</vt:lpstr>
      <vt:lpstr>Tema de Office</vt:lpstr>
      <vt:lpstr>Modeling and control of  Voltage Source Converters (VSCs) Part II</vt:lpstr>
      <vt:lpstr>Outline</vt:lpstr>
      <vt:lpstr>  VSC control  </vt:lpstr>
      <vt:lpstr>VSC control</vt:lpstr>
      <vt:lpstr>Current control in dq coordinates</vt:lpstr>
      <vt:lpstr>Current control in dq coordinates</vt:lpstr>
      <vt:lpstr>Current control in dq coordinates</vt:lpstr>
      <vt:lpstr>Current control in dq coordinates</vt:lpstr>
      <vt:lpstr>Current control in dq coordinates</vt:lpstr>
      <vt:lpstr>Current control in dq coordinates</vt:lpstr>
      <vt:lpstr>Current control in dq coordinates</vt:lpstr>
      <vt:lpstr>  Methodology  </vt:lpstr>
      <vt:lpstr>Computation of reference currents</vt:lpstr>
      <vt:lpstr>Computation of reference currents</vt:lpstr>
      <vt:lpstr>DC-link voltage control</vt:lpstr>
      <vt:lpstr>DC-link voltage control</vt:lpstr>
      <vt:lpstr>Computation of reference currents</vt:lpstr>
      <vt:lpstr>  Methodology  </vt:lpstr>
      <vt:lpstr>  Methodology  </vt:lpstr>
      <vt:lpstr>Outline</vt:lpstr>
      <vt:lpstr>Modeling and control of  Voltage Source Converters (VSCs) Part II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Omnimode Load Emulators University of Sevilla</dc:title>
  <dc:creator>Manuel Barragan</dc:creator>
  <cp:lastModifiedBy>MANUEL BARRAGAN VILLAREJO</cp:lastModifiedBy>
  <cp:revision>6</cp:revision>
  <dcterms:created xsi:type="dcterms:W3CDTF">2023-03-03T14:48:01Z</dcterms:created>
  <dcterms:modified xsi:type="dcterms:W3CDTF">2025-07-10T07:06:01Z</dcterms:modified>
</cp:coreProperties>
</file>