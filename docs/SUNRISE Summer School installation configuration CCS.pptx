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38" r:id="rId2"/>
    <p:sldId id="370" r:id="rId3"/>
    <p:sldId id="339" r:id="rId4"/>
    <p:sldId id="340" r:id="rId5"/>
    <p:sldId id="341" r:id="rId6"/>
    <p:sldId id="342" r:id="rId7"/>
    <p:sldId id="343" r:id="rId8"/>
    <p:sldId id="345" r:id="rId9"/>
    <p:sldId id="346" r:id="rId10"/>
    <p:sldId id="347" r:id="rId11"/>
    <p:sldId id="34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0000"/>
    <a:srgbClr val="A30000"/>
    <a:srgbClr val="CCCCCC"/>
    <a:srgbClr val="EFEFEF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E8E86-C1A6-405A-AB24-0281EA75566D}" v="4" dt="2024-08-19T09:58:52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04" autoAdjust="0"/>
    <p:restoredTop sz="94660"/>
  </p:normalViewPr>
  <p:slideViewPr>
    <p:cSldViewPr snapToGrid="0">
      <p:cViewPr varScale="1">
        <p:scale>
          <a:sx n="95" d="100"/>
          <a:sy n="95" d="100"/>
        </p:scale>
        <p:origin x="46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BARRAGAN VILLAREJO" userId="e219bb65-4134-4a25-9afb-9481b62e7fd2" providerId="ADAL" clId="{798E8E86-C1A6-405A-AB24-0281EA75566D}"/>
    <pc:docChg chg="custSel addSld delSld modSld sldOrd">
      <pc:chgData name="MANUEL BARRAGAN VILLAREJO" userId="e219bb65-4134-4a25-9afb-9481b62e7fd2" providerId="ADAL" clId="{798E8E86-C1A6-405A-AB24-0281EA75566D}" dt="2024-08-19T10:07:40.579" v="221" actId="1076"/>
      <pc:docMkLst>
        <pc:docMk/>
      </pc:docMkLst>
      <pc:sldChg chg="delSp add del mod ord">
        <pc:chgData name="MANUEL BARRAGAN VILLAREJO" userId="e219bb65-4134-4a25-9afb-9481b62e7fd2" providerId="ADAL" clId="{798E8E86-C1A6-405A-AB24-0281EA75566D}" dt="2024-08-19T09:59:18.721" v="159" actId="47"/>
        <pc:sldMkLst>
          <pc:docMk/>
          <pc:sldMk cId="3395143970" sldId="258"/>
        </pc:sldMkLst>
        <pc:picChg chg="del">
          <ac:chgData name="MANUEL BARRAGAN VILLAREJO" userId="e219bb65-4134-4a25-9afb-9481b62e7fd2" providerId="ADAL" clId="{798E8E86-C1A6-405A-AB24-0281EA75566D}" dt="2024-08-19T09:58:07.283" v="89" actId="21"/>
          <ac:picMkLst>
            <pc:docMk/>
            <pc:sldMk cId="3395143970" sldId="258"/>
            <ac:picMk id="6" creationId="{D9DD5ACB-AF50-175A-E0D1-1B160C0AB396}"/>
          </ac:picMkLst>
        </pc:picChg>
      </pc:sldChg>
      <pc:sldChg chg="delSp add del mod ord">
        <pc:chgData name="MANUEL BARRAGAN VILLAREJO" userId="e219bb65-4134-4a25-9afb-9481b62e7fd2" providerId="ADAL" clId="{798E8E86-C1A6-405A-AB24-0281EA75566D}" dt="2024-08-19T09:59:19.317" v="160" actId="47"/>
        <pc:sldMkLst>
          <pc:docMk/>
          <pc:sldMk cId="2679621800" sldId="259"/>
        </pc:sldMkLst>
        <pc:picChg chg="del">
          <ac:chgData name="MANUEL BARRAGAN VILLAREJO" userId="e219bb65-4134-4a25-9afb-9481b62e7fd2" providerId="ADAL" clId="{798E8E86-C1A6-405A-AB24-0281EA75566D}" dt="2024-08-19T09:58:46.185" v="134" actId="21"/>
          <ac:picMkLst>
            <pc:docMk/>
            <pc:sldMk cId="2679621800" sldId="259"/>
            <ac:picMk id="5" creationId="{D4BAEC79-3F1E-495D-08DC-7A637068BA85}"/>
          </ac:picMkLst>
        </pc:picChg>
      </pc:sldChg>
      <pc:sldChg chg="del">
        <pc:chgData name="MANUEL BARRAGAN VILLAREJO" userId="e219bb65-4134-4a25-9afb-9481b62e7fd2" providerId="ADAL" clId="{798E8E86-C1A6-405A-AB24-0281EA75566D}" dt="2024-08-19T09:56:02.786" v="1" actId="47"/>
        <pc:sldMkLst>
          <pc:docMk/>
          <pc:sldMk cId="4225086939" sldId="259"/>
        </pc:sldMkLst>
      </pc:sldChg>
      <pc:sldChg chg="del">
        <pc:chgData name="MANUEL BARRAGAN VILLAREJO" userId="e219bb65-4134-4a25-9afb-9481b62e7fd2" providerId="ADAL" clId="{798E8E86-C1A6-405A-AB24-0281EA75566D}" dt="2024-08-19T09:56:02.242" v="0" actId="47"/>
        <pc:sldMkLst>
          <pc:docMk/>
          <pc:sldMk cId="276651029" sldId="260"/>
        </pc:sldMkLst>
      </pc:sldChg>
      <pc:sldChg chg="del">
        <pc:chgData name="MANUEL BARRAGAN VILLAREJO" userId="e219bb65-4134-4a25-9afb-9481b62e7fd2" providerId="ADAL" clId="{798E8E86-C1A6-405A-AB24-0281EA75566D}" dt="2024-08-19T09:56:03.278" v="2" actId="47"/>
        <pc:sldMkLst>
          <pc:docMk/>
          <pc:sldMk cId="3993254438" sldId="331"/>
        </pc:sldMkLst>
      </pc:sldChg>
      <pc:sldChg chg="del">
        <pc:chgData name="MANUEL BARRAGAN VILLAREJO" userId="e219bb65-4134-4a25-9afb-9481b62e7fd2" providerId="ADAL" clId="{798E8E86-C1A6-405A-AB24-0281EA75566D}" dt="2024-08-19T09:56:03.796" v="3" actId="47"/>
        <pc:sldMkLst>
          <pc:docMk/>
          <pc:sldMk cId="3917106191" sldId="332"/>
        </pc:sldMkLst>
      </pc:sldChg>
      <pc:sldChg chg="del">
        <pc:chgData name="MANUEL BARRAGAN VILLAREJO" userId="e219bb65-4134-4a25-9afb-9481b62e7fd2" providerId="ADAL" clId="{798E8E86-C1A6-405A-AB24-0281EA75566D}" dt="2024-08-19T09:56:04.455" v="4" actId="47"/>
        <pc:sldMkLst>
          <pc:docMk/>
          <pc:sldMk cId="1932214200" sldId="333"/>
        </pc:sldMkLst>
      </pc:sldChg>
      <pc:sldChg chg="del">
        <pc:chgData name="MANUEL BARRAGAN VILLAREJO" userId="e219bb65-4134-4a25-9afb-9481b62e7fd2" providerId="ADAL" clId="{798E8E86-C1A6-405A-AB24-0281EA75566D}" dt="2024-08-19T09:56:05.004" v="5" actId="47"/>
        <pc:sldMkLst>
          <pc:docMk/>
          <pc:sldMk cId="2020051203" sldId="334"/>
        </pc:sldMkLst>
      </pc:sldChg>
      <pc:sldChg chg="del">
        <pc:chgData name="MANUEL BARRAGAN VILLAREJO" userId="e219bb65-4134-4a25-9afb-9481b62e7fd2" providerId="ADAL" clId="{798E8E86-C1A6-405A-AB24-0281EA75566D}" dt="2024-08-19T09:56:05.664" v="6" actId="47"/>
        <pc:sldMkLst>
          <pc:docMk/>
          <pc:sldMk cId="282265270" sldId="335"/>
        </pc:sldMkLst>
      </pc:sldChg>
      <pc:sldChg chg="del">
        <pc:chgData name="MANUEL BARRAGAN VILLAREJO" userId="e219bb65-4134-4a25-9afb-9481b62e7fd2" providerId="ADAL" clId="{798E8E86-C1A6-405A-AB24-0281EA75566D}" dt="2024-08-19T09:56:06.370" v="7" actId="47"/>
        <pc:sldMkLst>
          <pc:docMk/>
          <pc:sldMk cId="1065696701" sldId="336"/>
        </pc:sldMkLst>
      </pc:sldChg>
      <pc:sldChg chg="del">
        <pc:chgData name="MANUEL BARRAGAN VILLAREJO" userId="e219bb65-4134-4a25-9afb-9481b62e7fd2" providerId="ADAL" clId="{798E8E86-C1A6-405A-AB24-0281EA75566D}" dt="2024-08-19T09:56:07.970" v="8" actId="47"/>
        <pc:sldMkLst>
          <pc:docMk/>
          <pc:sldMk cId="222081634" sldId="337"/>
        </pc:sldMkLst>
      </pc:sldChg>
      <pc:sldChg chg="addSp delSp modSp mod">
        <pc:chgData name="MANUEL BARRAGAN VILLAREJO" userId="e219bb65-4134-4a25-9afb-9481b62e7fd2" providerId="ADAL" clId="{798E8E86-C1A6-405A-AB24-0281EA75566D}" dt="2024-08-19T10:07:40.579" v="221" actId="1076"/>
        <pc:sldMkLst>
          <pc:docMk/>
          <pc:sldMk cId="638481387" sldId="338"/>
        </pc:sldMkLst>
        <pc:spChg chg="mod">
          <ac:chgData name="MANUEL BARRAGAN VILLAREJO" userId="e219bb65-4134-4a25-9afb-9481b62e7fd2" providerId="ADAL" clId="{798E8E86-C1A6-405A-AB24-0281EA75566D}" dt="2024-08-19T09:56:35.609" v="21" actId="20577"/>
          <ac:spMkLst>
            <pc:docMk/>
            <pc:sldMk cId="638481387" sldId="338"/>
            <ac:spMk id="2" creationId="{00000000-0000-0000-0000-000000000000}"/>
          </ac:spMkLst>
        </pc:spChg>
        <pc:spChg chg="mod">
          <ac:chgData name="MANUEL BARRAGAN VILLAREJO" userId="e219bb65-4134-4a25-9afb-9481b62e7fd2" providerId="ADAL" clId="{798E8E86-C1A6-405A-AB24-0281EA75566D}" dt="2024-08-19T09:59:31.938" v="178" actId="20577"/>
          <ac:spMkLst>
            <pc:docMk/>
            <pc:sldMk cId="638481387" sldId="338"/>
            <ac:spMk id="3" creationId="{00000000-0000-0000-0000-000000000000}"/>
          </ac:spMkLst>
        </pc:spChg>
        <pc:picChg chg="add mod">
          <ac:chgData name="MANUEL BARRAGAN VILLAREJO" userId="e219bb65-4134-4a25-9afb-9481b62e7fd2" providerId="ADAL" clId="{798E8E86-C1A6-405A-AB24-0281EA75566D}" dt="2024-08-19T10:07:40.579" v="221" actId="1076"/>
          <ac:picMkLst>
            <pc:docMk/>
            <pc:sldMk cId="638481387" sldId="338"/>
            <ac:picMk id="6" creationId="{D9DD5ACB-AF50-175A-E0D1-1B160C0AB396}"/>
          </ac:picMkLst>
        </pc:picChg>
        <pc:picChg chg="del">
          <ac:chgData name="MANUEL BARRAGAN VILLAREJO" userId="e219bb65-4134-4a25-9afb-9481b62e7fd2" providerId="ADAL" clId="{798E8E86-C1A6-405A-AB24-0281EA75566D}" dt="2024-08-19T09:57:02.536" v="49" actId="478"/>
          <ac:picMkLst>
            <pc:docMk/>
            <pc:sldMk cId="638481387" sldId="338"/>
            <ac:picMk id="8" creationId="{00000000-0000-0000-0000-000000000000}"/>
          </ac:picMkLst>
        </pc:picChg>
        <pc:picChg chg="add mod">
          <ac:chgData name="MANUEL BARRAGAN VILLAREJO" userId="e219bb65-4134-4a25-9afb-9481b62e7fd2" providerId="ADAL" clId="{798E8E86-C1A6-405A-AB24-0281EA75566D}" dt="2024-08-19T09:59:36.664" v="179" actId="1076"/>
          <ac:picMkLst>
            <pc:docMk/>
            <pc:sldMk cId="638481387" sldId="338"/>
            <ac:picMk id="9" creationId="{D4BAEC79-3F1E-495D-08DC-7A637068BA85}"/>
          </ac:picMkLst>
        </pc:picChg>
      </pc:sldChg>
      <pc:sldChg chg="modSp mod">
        <pc:chgData name="MANUEL BARRAGAN VILLAREJO" userId="e219bb65-4134-4a25-9afb-9481b62e7fd2" providerId="ADAL" clId="{798E8E86-C1A6-405A-AB24-0281EA75566D}" dt="2024-08-19T10:06:19.918" v="200" actId="14100"/>
        <pc:sldMkLst>
          <pc:docMk/>
          <pc:sldMk cId="3157988883" sldId="347"/>
        </pc:sldMkLst>
        <pc:spChg chg="mod">
          <ac:chgData name="MANUEL BARRAGAN VILLAREJO" userId="e219bb65-4134-4a25-9afb-9481b62e7fd2" providerId="ADAL" clId="{798E8E86-C1A6-405A-AB24-0281EA75566D}" dt="2024-08-19T10:06:08.232" v="196" actId="5793"/>
          <ac:spMkLst>
            <pc:docMk/>
            <pc:sldMk cId="3157988883" sldId="347"/>
            <ac:spMk id="3" creationId="{00000000-0000-0000-0000-000000000000}"/>
          </ac:spMkLst>
        </pc:spChg>
        <pc:picChg chg="mod">
          <ac:chgData name="MANUEL BARRAGAN VILLAREJO" userId="e219bb65-4134-4a25-9afb-9481b62e7fd2" providerId="ADAL" clId="{798E8E86-C1A6-405A-AB24-0281EA75566D}" dt="2024-08-19T10:06:19.918" v="200" actId="14100"/>
          <ac:picMkLst>
            <pc:docMk/>
            <pc:sldMk cId="3157988883" sldId="347"/>
            <ac:picMk id="6" creationId="{00000000-0000-0000-0000-000000000000}"/>
          </ac:picMkLst>
        </pc:picChg>
      </pc:sldChg>
      <pc:sldChg chg="del">
        <pc:chgData name="MANUEL BARRAGAN VILLAREJO" userId="e219bb65-4134-4a25-9afb-9481b62e7fd2" providerId="ADAL" clId="{798E8E86-C1A6-405A-AB24-0281EA75566D}" dt="2024-08-19T10:06:50.860" v="201" actId="47"/>
        <pc:sldMkLst>
          <pc:docMk/>
          <pc:sldMk cId="907125729" sldId="349"/>
        </pc:sldMkLst>
      </pc:sldChg>
      <pc:sldChg chg="del">
        <pc:chgData name="MANUEL BARRAGAN VILLAREJO" userId="e219bb65-4134-4a25-9afb-9481b62e7fd2" providerId="ADAL" clId="{798E8E86-C1A6-405A-AB24-0281EA75566D}" dt="2024-08-19T10:06:51.739" v="202" actId="47"/>
        <pc:sldMkLst>
          <pc:docMk/>
          <pc:sldMk cId="2762135034" sldId="350"/>
        </pc:sldMkLst>
      </pc:sldChg>
      <pc:sldChg chg="del">
        <pc:chgData name="MANUEL BARRAGAN VILLAREJO" userId="e219bb65-4134-4a25-9afb-9481b62e7fd2" providerId="ADAL" clId="{798E8E86-C1A6-405A-AB24-0281EA75566D}" dt="2024-08-19T10:06:52.398" v="203" actId="47"/>
        <pc:sldMkLst>
          <pc:docMk/>
          <pc:sldMk cId="1914533243" sldId="352"/>
        </pc:sldMkLst>
      </pc:sldChg>
      <pc:sldChg chg="del">
        <pc:chgData name="MANUEL BARRAGAN VILLAREJO" userId="e219bb65-4134-4a25-9afb-9481b62e7fd2" providerId="ADAL" clId="{798E8E86-C1A6-405A-AB24-0281EA75566D}" dt="2024-08-19T10:06:52.681" v="204" actId="47"/>
        <pc:sldMkLst>
          <pc:docMk/>
          <pc:sldMk cId="1358521985" sldId="353"/>
        </pc:sldMkLst>
      </pc:sldChg>
      <pc:sldChg chg="del">
        <pc:chgData name="MANUEL BARRAGAN VILLAREJO" userId="e219bb65-4134-4a25-9afb-9481b62e7fd2" providerId="ADAL" clId="{798E8E86-C1A6-405A-AB24-0281EA75566D}" dt="2024-08-19T10:06:53.340" v="205" actId="47"/>
        <pc:sldMkLst>
          <pc:docMk/>
          <pc:sldMk cId="1381080958" sldId="354"/>
        </pc:sldMkLst>
      </pc:sldChg>
      <pc:sldChg chg="del">
        <pc:chgData name="MANUEL BARRAGAN VILLAREJO" userId="e219bb65-4134-4a25-9afb-9481b62e7fd2" providerId="ADAL" clId="{798E8E86-C1A6-405A-AB24-0281EA75566D}" dt="2024-08-19T10:06:53.684" v="206" actId="47"/>
        <pc:sldMkLst>
          <pc:docMk/>
          <pc:sldMk cId="1800688634" sldId="355"/>
        </pc:sldMkLst>
      </pc:sldChg>
      <pc:sldChg chg="del">
        <pc:chgData name="MANUEL BARRAGAN VILLAREJO" userId="e219bb65-4134-4a25-9afb-9481b62e7fd2" providerId="ADAL" clId="{798E8E86-C1A6-405A-AB24-0281EA75566D}" dt="2024-08-19T10:06:54.438" v="207" actId="47"/>
        <pc:sldMkLst>
          <pc:docMk/>
          <pc:sldMk cId="2620694343" sldId="356"/>
        </pc:sldMkLst>
      </pc:sldChg>
      <pc:sldChg chg="del">
        <pc:chgData name="MANUEL BARRAGAN VILLAREJO" userId="e219bb65-4134-4a25-9afb-9481b62e7fd2" providerId="ADAL" clId="{798E8E86-C1A6-405A-AB24-0281EA75566D}" dt="2024-08-19T10:06:55.003" v="208" actId="47"/>
        <pc:sldMkLst>
          <pc:docMk/>
          <pc:sldMk cId="786787159" sldId="357"/>
        </pc:sldMkLst>
      </pc:sldChg>
      <pc:sldChg chg="del">
        <pc:chgData name="MANUEL BARRAGAN VILLAREJO" userId="e219bb65-4134-4a25-9afb-9481b62e7fd2" providerId="ADAL" clId="{798E8E86-C1A6-405A-AB24-0281EA75566D}" dt="2024-08-19T10:06:55.521" v="209" actId="47"/>
        <pc:sldMkLst>
          <pc:docMk/>
          <pc:sldMk cId="533867946" sldId="358"/>
        </pc:sldMkLst>
      </pc:sldChg>
      <pc:sldChg chg="del">
        <pc:chgData name="MANUEL BARRAGAN VILLAREJO" userId="e219bb65-4134-4a25-9afb-9481b62e7fd2" providerId="ADAL" clId="{798E8E86-C1A6-405A-AB24-0281EA75566D}" dt="2024-08-19T10:06:55.945" v="210" actId="47"/>
        <pc:sldMkLst>
          <pc:docMk/>
          <pc:sldMk cId="3945399907" sldId="359"/>
        </pc:sldMkLst>
      </pc:sldChg>
      <pc:sldChg chg="del">
        <pc:chgData name="MANUEL BARRAGAN VILLAREJO" userId="e219bb65-4134-4a25-9afb-9481b62e7fd2" providerId="ADAL" clId="{798E8E86-C1A6-405A-AB24-0281EA75566D}" dt="2024-08-19T10:06:56.510" v="211" actId="47"/>
        <pc:sldMkLst>
          <pc:docMk/>
          <pc:sldMk cId="3382541694" sldId="360"/>
        </pc:sldMkLst>
      </pc:sldChg>
      <pc:sldChg chg="del">
        <pc:chgData name="MANUEL BARRAGAN VILLAREJO" userId="e219bb65-4134-4a25-9afb-9481b62e7fd2" providerId="ADAL" clId="{798E8E86-C1A6-405A-AB24-0281EA75566D}" dt="2024-08-19T10:06:58.539" v="212" actId="47"/>
        <pc:sldMkLst>
          <pc:docMk/>
          <pc:sldMk cId="3135792194" sldId="361"/>
        </pc:sldMkLst>
      </pc:sldChg>
      <pc:sldChg chg="del">
        <pc:chgData name="MANUEL BARRAGAN VILLAREJO" userId="e219bb65-4134-4a25-9afb-9481b62e7fd2" providerId="ADAL" clId="{798E8E86-C1A6-405A-AB24-0281EA75566D}" dt="2024-08-19T10:06:59.131" v="213" actId="47"/>
        <pc:sldMkLst>
          <pc:docMk/>
          <pc:sldMk cId="2463969834" sldId="362"/>
        </pc:sldMkLst>
      </pc:sldChg>
      <pc:sldChg chg="del">
        <pc:chgData name="MANUEL BARRAGAN VILLAREJO" userId="e219bb65-4134-4a25-9afb-9481b62e7fd2" providerId="ADAL" clId="{798E8E86-C1A6-405A-AB24-0281EA75566D}" dt="2024-08-19T10:06:59.996" v="214" actId="47"/>
        <pc:sldMkLst>
          <pc:docMk/>
          <pc:sldMk cId="3772388544" sldId="363"/>
        </pc:sldMkLst>
      </pc:sldChg>
      <pc:sldChg chg="del">
        <pc:chgData name="MANUEL BARRAGAN VILLAREJO" userId="e219bb65-4134-4a25-9afb-9481b62e7fd2" providerId="ADAL" clId="{798E8E86-C1A6-405A-AB24-0281EA75566D}" dt="2024-08-19T10:07:00.781" v="215" actId="47"/>
        <pc:sldMkLst>
          <pc:docMk/>
          <pc:sldMk cId="3470857910" sldId="364"/>
        </pc:sldMkLst>
      </pc:sldChg>
      <pc:sldChg chg="del">
        <pc:chgData name="MANUEL BARRAGAN VILLAREJO" userId="e219bb65-4134-4a25-9afb-9481b62e7fd2" providerId="ADAL" clId="{798E8E86-C1A6-405A-AB24-0281EA75566D}" dt="2024-08-19T10:07:01.330" v="216" actId="47"/>
        <pc:sldMkLst>
          <pc:docMk/>
          <pc:sldMk cId="2763152594" sldId="365"/>
        </pc:sldMkLst>
      </pc:sldChg>
      <pc:sldChg chg="del">
        <pc:chgData name="MANUEL BARRAGAN VILLAREJO" userId="e219bb65-4134-4a25-9afb-9481b62e7fd2" providerId="ADAL" clId="{798E8E86-C1A6-405A-AB24-0281EA75566D}" dt="2024-08-19T10:07:03.213" v="217" actId="47"/>
        <pc:sldMkLst>
          <pc:docMk/>
          <pc:sldMk cId="4015725203" sldId="366"/>
        </pc:sldMkLst>
      </pc:sldChg>
      <pc:sldChg chg="del">
        <pc:chgData name="MANUEL BARRAGAN VILLAREJO" userId="e219bb65-4134-4a25-9afb-9481b62e7fd2" providerId="ADAL" clId="{798E8E86-C1A6-405A-AB24-0281EA75566D}" dt="2024-08-19T10:07:03.934" v="218" actId="47"/>
        <pc:sldMkLst>
          <pc:docMk/>
          <pc:sldMk cId="3156645053" sldId="367"/>
        </pc:sldMkLst>
      </pc:sldChg>
      <pc:sldChg chg="del">
        <pc:chgData name="MANUEL BARRAGAN VILLAREJO" userId="e219bb65-4134-4a25-9afb-9481b62e7fd2" providerId="ADAL" clId="{798E8E86-C1A6-405A-AB24-0281EA75566D}" dt="2024-08-19T10:07:04.689" v="219" actId="47"/>
        <pc:sldMkLst>
          <pc:docMk/>
          <pc:sldMk cId="3256380466" sldId="368"/>
        </pc:sldMkLst>
      </pc:sldChg>
      <pc:sldChg chg="del">
        <pc:chgData name="MANUEL BARRAGAN VILLAREJO" userId="e219bb65-4134-4a25-9afb-9481b62e7fd2" providerId="ADAL" clId="{798E8E86-C1A6-405A-AB24-0281EA75566D}" dt="2024-08-19T10:07:05.475" v="220" actId="47"/>
        <pc:sldMkLst>
          <pc:docMk/>
          <pc:sldMk cId="98102563" sldId="369"/>
        </pc:sldMkLst>
      </pc:sldChg>
      <pc:sldChg chg="modSp add mod">
        <pc:chgData name="MANUEL BARRAGAN VILLAREJO" userId="e219bb65-4134-4a25-9afb-9481b62e7fd2" providerId="ADAL" clId="{798E8E86-C1A6-405A-AB24-0281EA75566D}" dt="2024-08-19T10:04:25.776" v="193" actId="1076"/>
        <pc:sldMkLst>
          <pc:docMk/>
          <pc:sldMk cId="1681438537" sldId="370"/>
        </pc:sldMkLst>
        <pc:spChg chg="mod">
          <ac:chgData name="MANUEL BARRAGAN VILLAREJO" userId="e219bb65-4134-4a25-9afb-9481b62e7fd2" providerId="ADAL" clId="{798E8E86-C1A6-405A-AB24-0281EA75566D}" dt="2024-08-19T09:56:48.877" v="43" actId="20577"/>
          <ac:spMkLst>
            <pc:docMk/>
            <pc:sldMk cId="1681438537" sldId="370"/>
            <ac:spMk id="2" creationId="{00000000-0000-0000-0000-000000000000}"/>
          </ac:spMkLst>
        </pc:spChg>
        <pc:spChg chg="mod">
          <ac:chgData name="MANUEL BARRAGAN VILLAREJO" userId="e219bb65-4134-4a25-9afb-9481b62e7fd2" providerId="ADAL" clId="{798E8E86-C1A6-405A-AB24-0281EA75566D}" dt="2024-08-19T10:04:18.728" v="191" actId="20577"/>
          <ac:spMkLst>
            <pc:docMk/>
            <pc:sldMk cId="1681438537" sldId="370"/>
            <ac:spMk id="3" creationId="{00000000-0000-0000-0000-000000000000}"/>
          </ac:spMkLst>
        </pc:spChg>
        <pc:picChg chg="mod">
          <ac:chgData name="MANUEL BARRAGAN VILLAREJO" userId="e219bb65-4134-4a25-9afb-9481b62e7fd2" providerId="ADAL" clId="{798E8E86-C1A6-405A-AB24-0281EA75566D}" dt="2024-08-19T10:04:25.776" v="193" actId="1076"/>
          <ac:picMkLst>
            <pc:docMk/>
            <pc:sldMk cId="1681438537" sldId="370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0F8BF-579A-42B2-858A-4DE98EEE04B0}" type="datetimeFigureOut">
              <a:rPr lang="es-ES" smtClean="0"/>
              <a:t>19/08/2024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566AB-8FA9-4CA1-B617-C26C23B673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24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358900"/>
          </a:xfrm>
          <a:solidFill>
            <a:schemeClr val="bg1"/>
          </a:solidFill>
          <a:ln cap="rnd">
            <a:solidFill>
              <a:srgbClr val="EFEFEF"/>
            </a:solidFill>
            <a:round/>
          </a:ln>
          <a:effectLst>
            <a:outerShdw blurRad="50800" dist="101600" dir="3060000" algn="tl" rotWithShape="0">
              <a:prstClr val="black">
                <a:alpha val="17000"/>
              </a:prstClr>
            </a:outerShdw>
            <a:reflection stA="45000" endPos="1000" dist="50800" dir="5400000" sy="-100000" algn="bl" rotWithShape="0"/>
          </a:effectLst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rgbClr val="98000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8400" y="5049837"/>
            <a:ext cx="9144000" cy="7493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95286" y="6657850"/>
            <a:ext cx="5966749" cy="200151"/>
          </a:xfrm>
          <a:solidFill>
            <a:srgbClr val="EFEFEF"/>
          </a:solidFill>
          <a:ln>
            <a:solidFill>
              <a:srgbClr val="EFEFEF"/>
            </a:solidFill>
          </a:ln>
        </p:spPr>
        <p:txBody>
          <a:bodyPr/>
          <a:lstStyle>
            <a:lvl1pPr>
              <a:defRPr b="1">
                <a:solidFill>
                  <a:srgbClr val="A30000"/>
                </a:solidFill>
              </a:defRPr>
            </a:lvl1pPr>
          </a:lstStyle>
          <a:p>
            <a:r>
              <a:rPr lang="es-ES" dirty="0"/>
              <a:t>Dispositivos basados en electrónica de potencia para sistemas eléctricos </a:t>
            </a:r>
            <a:r>
              <a:rPr lang="es-ES" dirty="0" err="1"/>
              <a:t>descarbonizados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5154" y="6653214"/>
            <a:ext cx="466846" cy="204788"/>
          </a:xfrm>
          <a:solidFill>
            <a:schemeClr val="bg2">
              <a:lumMod val="75000"/>
            </a:schemeClr>
          </a:solidFill>
          <a:ln>
            <a:solidFill>
              <a:srgbClr val="CCCCCC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45AB72-869D-493F-BA20-2A80361A978B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7" name="Google Shape;13;p2">
            <a:extLst>
              <a:ext uri="{FF2B5EF4-FFF2-40B4-BE49-F238E27FC236}">
                <a16:creationId xmlns:a16="http://schemas.microsoft.com/office/drawing/2014/main" id="{464ACDDE-86F4-AA8D-4EAE-937366FF45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6986" t="30475" r="37080" b="39973"/>
          <a:stretch/>
        </p:blipFill>
        <p:spPr>
          <a:xfrm>
            <a:off x="5125576" y="3037061"/>
            <a:ext cx="1796206" cy="15834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ACC915-0242-03DE-0212-25B3530830E1}"/>
              </a:ext>
            </a:extLst>
          </p:cNvPr>
          <p:cNvSpPr/>
          <p:nvPr userDrawn="1"/>
        </p:nvSpPr>
        <p:spPr>
          <a:xfrm>
            <a:off x="0" y="0"/>
            <a:ext cx="6096000" cy="266700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DCEC84-CD91-7689-7F0A-0D82063DC19D}"/>
              </a:ext>
            </a:extLst>
          </p:cNvPr>
          <p:cNvSpPr/>
          <p:nvPr userDrawn="1"/>
        </p:nvSpPr>
        <p:spPr>
          <a:xfrm>
            <a:off x="6090400" y="0"/>
            <a:ext cx="6096000" cy="2667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1E148F8-B917-DCDD-143B-FD81FEAE782E}"/>
              </a:ext>
            </a:extLst>
          </p:cNvPr>
          <p:cNvSpPr txBox="1">
            <a:spLocks/>
          </p:cNvSpPr>
          <p:nvPr userDrawn="1"/>
        </p:nvSpPr>
        <p:spPr>
          <a:xfrm>
            <a:off x="-11939" y="6652370"/>
            <a:ext cx="2807224" cy="216592"/>
          </a:xfrm>
          <a:prstGeom prst="rect">
            <a:avLst/>
          </a:prstGeom>
          <a:solidFill>
            <a:srgbClr val="980000"/>
          </a:solidFill>
          <a:ln>
            <a:solidFill>
              <a:srgbClr val="980000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rgbClr val="A3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b="0" dirty="0">
                <a:solidFill>
                  <a:schemeClr val="bg1"/>
                </a:solidFill>
              </a:rPr>
              <a:t>         Departamento</a:t>
            </a:r>
            <a:r>
              <a:rPr lang="es-ES" sz="1200" b="0" baseline="0" dirty="0">
                <a:solidFill>
                  <a:schemeClr val="bg1"/>
                </a:solidFill>
              </a:rPr>
              <a:t> de </a:t>
            </a:r>
            <a:r>
              <a:rPr lang="es-ES" sz="1200" b="0" dirty="0">
                <a:solidFill>
                  <a:schemeClr val="bg1"/>
                </a:solidFill>
              </a:rPr>
              <a:t>Ingeniería</a:t>
            </a:r>
            <a:r>
              <a:rPr lang="es-ES" sz="1200" b="0" baseline="0" dirty="0">
                <a:solidFill>
                  <a:schemeClr val="bg1"/>
                </a:solidFill>
              </a:rPr>
              <a:t> </a:t>
            </a:r>
            <a:r>
              <a:rPr lang="es-ES" sz="1200" b="0" dirty="0">
                <a:solidFill>
                  <a:schemeClr val="bg1"/>
                </a:solidFill>
              </a:rPr>
              <a:t>Eléctrica</a:t>
            </a:r>
          </a:p>
        </p:txBody>
      </p:sp>
      <p:pic>
        <p:nvPicPr>
          <p:cNvPr id="11" name="Google Shape;13;p2">
            <a:extLst>
              <a:ext uri="{FF2B5EF4-FFF2-40B4-BE49-F238E27FC236}">
                <a16:creationId xmlns:a16="http://schemas.microsoft.com/office/drawing/2014/main" id="{464ACDDE-86F4-AA8D-4EAE-937366FF45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6986" t="30475" r="37080" b="39973"/>
          <a:stretch/>
        </p:blipFill>
        <p:spPr>
          <a:xfrm>
            <a:off x="0" y="6652369"/>
            <a:ext cx="311978" cy="232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8762035" y="6652369"/>
            <a:ext cx="3001340" cy="21111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rgbClr val="A3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Fundamentos básicos</a:t>
            </a:r>
          </a:p>
        </p:txBody>
      </p:sp>
    </p:spTree>
    <p:extLst>
      <p:ext uri="{BB962C8B-B14F-4D97-AF65-F5344CB8AC3E}">
        <p14:creationId xmlns:p14="http://schemas.microsoft.com/office/powerpoint/2010/main" val="78428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67" y="277662"/>
            <a:ext cx="11277600" cy="687538"/>
          </a:xfrm>
        </p:spPr>
        <p:txBody>
          <a:bodyPr bIns="0" anchor="b" anchorCtr="0">
            <a:noAutofit/>
          </a:bodyPr>
          <a:lstStyle>
            <a:lvl1pPr marL="0">
              <a:defRPr sz="2800">
                <a:solidFill>
                  <a:srgbClr val="980000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84301"/>
            <a:ext cx="10684933" cy="4792663"/>
          </a:xfrm>
        </p:spPr>
        <p:txBody>
          <a:bodyPr/>
          <a:lstStyle>
            <a:lvl1pPr>
              <a:buClr>
                <a:srgbClr val="A30000"/>
              </a:buClr>
              <a:buSzPct val="120000"/>
              <a:defRPr sz="2400">
                <a:latin typeface="+mn-lt"/>
              </a:defRPr>
            </a:lvl1pPr>
            <a:lvl2pPr>
              <a:buClr>
                <a:srgbClr val="A30000"/>
              </a:buClr>
              <a:buSzPct val="120000"/>
              <a:defRPr sz="2000"/>
            </a:lvl2pPr>
            <a:lvl3pPr>
              <a:buClr>
                <a:srgbClr val="A30000"/>
              </a:buClr>
              <a:buSzPct val="120000"/>
              <a:defRPr sz="1800"/>
            </a:lvl3pPr>
            <a:lvl4pPr>
              <a:buClr>
                <a:srgbClr val="A30000"/>
              </a:buClr>
              <a:buSzPct val="120000"/>
              <a:defRPr sz="1600"/>
            </a:lvl4pPr>
            <a:lvl5pPr>
              <a:buClr>
                <a:srgbClr val="A30000"/>
              </a:buClr>
              <a:buSzPct val="120000"/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B0A195-19BC-1518-E966-486A59EF8BBB}"/>
              </a:ext>
            </a:extLst>
          </p:cNvPr>
          <p:cNvSpPr/>
          <p:nvPr userDrawn="1"/>
        </p:nvSpPr>
        <p:spPr>
          <a:xfrm>
            <a:off x="0" y="0"/>
            <a:ext cx="6096000" cy="266700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78BC55-6514-43F9-B848-45C1B7B2708D}"/>
              </a:ext>
            </a:extLst>
          </p:cNvPr>
          <p:cNvSpPr/>
          <p:nvPr userDrawn="1"/>
        </p:nvSpPr>
        <p:spPr>
          <a:xfrm>
            <a:off x="6090400" y="0"/>
            <a:ext cx="6096000" cy="26670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036D19-3167-660B-8AD0-53E47D9018B0}"/>
              </a:ext>
            </a:extLst>
          </p:cNvPr>
          <p:cNvCxnSpPr>
            <a:cxnSpLocks/>
          </p:cNvCxnSpPr>
          <p:nvPr userDrawn="1"/>
        </p:nvCxnSpPr>
        <p:spPr>
          <a:xfrm>
            <a:off x="389467" y="965200"/>
            <a:ext cx="11277600" cy="0"/>
          </a:xfrm>
          <a:prstGeom prst="line">
            <a:avLst/>
          </a:prstGeom>
          <a:ln>
            <a:solidFill>
              <a:srgbClr val="9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95286" y="6657850"/>
            <a:ext cx="5966749" cy="200151"/>
          </a:xfrm>
          <a:solidFill>
            <a:srgbClr val="EFEFEF"/>
          </a:solidFill>
          <a:ln>
            <a:solidFill>
              <a:srgbClr val="EFEFEF"/>
            </a:solidFill>
          </a:ln>
        </p:spPr>
        <p:txBody>
          <a:bodyPr/>
          <a:lstStyle>
            <a:lvl1pPr>
              <a:defRPr b="1">
                <a:solidFill>
                  <a:srgbClr val="A30000"/>
                </a:solidFill>
              </a:defRPr>
            </a:lvl1pPr>
          </a:lstStyle>
          <a:p>
            <a:r>
              <a:rPr lang="es-ES" dirty="0"/>
              <a:t>Dispositivos basados en electrónica de potencia para sistemas eléctricos </a:t>
            </a:r>
            <a:r>
              <a:rPr lang="es-ES" dirty="0" err="1"/>
              <a:t>descarbonizados</a:t>
            </a:r>
            <a:endParaRPr lang="es-E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5154" y="6653214"/>
            <a:ext cx="466846" cy="204788"/>
          </a:xfrm>
          <a:solidFill>
            <a:schemeClr val="bg2">
              <a:lumMod val="90000"/>
            </a:schemeClr>
          </a:solidFill>
          <a:ln>
            <a:solidFill>
              <a:srgbClr val="CCCCCC"/>
            </a:solidFill>
          </a:ln>
        </p:spPr>
        <p:txBody>
          <a:bodyPr/>
          <a:lstStyle>
            <a:lvl1pPr>
              <a:defRPr baseline="0">
                <a:solidFill>
                  <a:srgbClr val="A30000"/>
                </a:solidFill>
              </a:defRPr>
            </a:lvl1pPr>
          </a:lstStyle>
          <a:p>
            <a:fld id="{7C45AB72-869D-493F-BA20-2A80361A978B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1E148F8-B917-DCDD-143B-FD81FEAE782E}"/>
              </a:ext>
            </a:extLst>
          </p:cNvPr>
          <p:cNvSpPr txBox="1">
            <a:spLocks/>
          </p:cNvSpPr>
          <p:nvPr userDrawn="1"/>
        </p:nvSpPr>
        <p:spPr>
          <a:xfrm>
            <a:off x="-1" y="6652370"/>
            <a:ext cx="2841585" cy="216592"/>
          </a:xfrm>
          <a:prstGeom prst="rect">
            <a:avLst/>
          </a:prstGeom>
          <a:solidFill>
            <a:srgbClr val="980000"/>
          </a:solidFill>
          <a:ln>
            <a:solidFill>
              <a:srgbClr val="980000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rgbClr val="A3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b="0" dirty="0">
                <a:solidFill>
                  <a:schemeClr val="bg1"/>
                </a:solidFill>
              </a:rPr>
              <a:t>         Departamento</a:t>
            </a:r>
            <a:r>
              <a:rPr lang="es-ES" sz="1200" b="0" baseline="0" dirty="0">
                <a:solidFill>
                  <a:schemeClr val="bg1"/>
                </a:solidFill>
              </a:rPr>
              <a:t> de </a:t>
            </a:r>
            <a:r>
              <a:rPr lang="es-ES" sz="1200" b="0" dirty="0">
                <a:solidFill>
                  <a:schemeClr val="bg1"/>
                </a:solidFill>
              </a:rPr>
              <a:t>Ingeniería</a:t>
            </a:r>
            <a:r>
              <a:rPr lang="es-ES" sz="1200" b="0" baseline="0" dirty="0">
                <a:solidFill>
                  <a:schemeClr val="bg1"/>
                </a:solidFill>
              </a:rPr>
              <a:t> </a:t>
            </a:r>
            <a:r>
              <a:rPr lang="es-ES" sz="1200" b="0" dirty="0">
                <a:solidFill>
                  <a:schemeClr val="bg1"/>
                </a:solidFill>
              </a:rPr>
              <a:t>Eléctrica</a:t>
            </a:r>
          </a:p>
        </p:txBody>
      </p:sp>
      <p:pic>
        <p:nvPicPr>
          <p:cNvPr id="17" name="Google Shape;13;p2">
            <a:extLst>
              <a:ext uri="{FF2B5EF4-FFF2-40B4-BE49-F238E27FC236}">
                <a16:creationId xmlns:a16="http://schemas.microsoft.com/office/drawing/2014/main" id="{464ACDDE-86F4-AA8D-4EAE-937366FF45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6986" t="30475" r="37080" b="39973"/>
          <a:stretch/>
        </p:blipFill>
        <p:spPr>
          <a:xfrm>
            <a:off x="-1" y="6617500"/>
            <a:ext cx="300943" cy="27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8762035" y="6652369"/>
            <a:ext cx="3001340" cy="2111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rgbClr val="A3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Fundamentos básicos</a:t>
            </a:r>
          </a:p>
        </p:txBody>
      </p:sp>
    </p:spTree>
    <p:extLst>
      <p:ext uri="{BB962C8B-B14F-4D97-AF65-F5344CB8AC3E}">
        <p14:creationId xmlns:p14="http://schemas.microsoft.com/office/powerpoint/2010/main" val="348682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67CE5-893F-42FE-8831-1FE300B1E3E3}" type="datetime4">
              <a:rPr lang="es-ES" smtClean="0"/>
              <a:t>19 de agosto de 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DICORCA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5AB72-869D-493F-BA20-2A80361A978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82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i.com/tool/download/C2000-CGT/22.6.0.L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installation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GB" dirty="0"/>
              <a:t>Run ccs_setup_12.7.1.00001 in windows 64 bits</a:t>
            </a:r>
          </a:p>
          <a:p>
            <a:r>
              <a:rPr lang="en-GB" dirty="0"/>
              <a:t>Accept and next</a:t>
            </a:r>
          </a:p>
          <a:p>
            <a:r>
              <a:rPr lang="en-GB" dirty="0"/>
              <a:t>Select the following components and debug probes</a:t>
            </a:r>
          </a:p>
          <a:p>
            <a:endParaRPr lang="en-GB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DD5ACB-AF50-175A-E0D1-1B160C0A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49" y="2326980"/>
            <a:ext cx="5529052" cy="43079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BAEC79-3F1E-495D-08DC-7A637068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028" y="2304106"/>
            <a:ext cx="5552733" cy="43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8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GB" dirty="0"/>
              <a:t>Download </a:t>
            </a:r>
            <a:r>
              <a:rPr lang="es-ES" dirty="0" err="1"/>
              <a:t>Compiler</a:t>
            </a:r>
            <a:r>
              <a:rPr lang="es-ES" dirty="0"/>
              <a:t> C2000v22.6</a:t>
            </a:r>
          </a:p>
          <a:p>
            <a:pPr marL="0" indent="0">
              <a:buNone/>
            </a:pPr>
            <a:r>
              <a:rPr lang="es-ES" u="sng" dirty="0">
                <a:hlinkClick r:id="rId2"/>
              </a:rPr>
              <a:t>https://www.ti.com/tool/download/C2000-CGT/22.6.0.LTS</a:t>
            </a:r>
            <a:endParaRPr lang="es-ES" u="sng" dirty="0"/>
          </a:p>
          <a:p>
            <a:pPr marL="0" indent="0">
              <a:buNone/>
            </a:pPr>
            <a:r>
              <a:rPr lang="en-US" dirty="0"/>
              <a:t>Once installed, you have to add the path where the compiler was installed:</a:t>
            </a:r>
          </a:p>
          <a:p>
            <a:r>
              <a:rPr lang="en-US" dirty="0"/>
              <a:t>Open Code Composer Studio 12.7.1</a:t>
            </a:r>
          </a:p>
          <a:p>
            <a:pPr marL="0" indent="0">
              <a:buNone/>
            </a:pPr>
            <a:r>
              <a:rPr lang="en-US" dirty="0" err="1"/>
              <a:t>Window</a:t>
            </a:r>
            <a:r>
              <a:rPr lang="en-US" dirty="0" err="1">
                <a:sym typeface="Wingdings" panose="05000000000000000000" pitchFamily="2" charset="2"/>
              </a:rPr>
              <a:t>PreferencesCode</a:t>
            </a:r>
            <a:r>
              <a:rPr lang="en-US" dirty="0">
                <a:sym typeface="Wingdings" panose="05000000000000000000" pitchFamily="2" charset="2"/>
              </a:rPr>
              <a:t> Composer </a:t>
            </a:r>
            <a:r>
              <a:rPr lang="en-US" dirty="0" err="1">
                <a:sym typeface="Wingdings" panose="05000000000000000000" pitchFamily="2" charset="2"/>
              </a:rPr>
              <a:t>StudioBuildCompilers</a:t>
            </a:r>
            <a:endParaRPr lang="es-ES" dirty="0"/>
          </a:p>
          <a:p>
            <a:endParaRPr lang="en-GB" dirty="0"/>
          </a:p>
        </p:txBody>
      </p:sp>
      <p:pic>
        <p:nvPicPr>
          <p:cNvPr id="8" name="Imagen 7"/>
          <p:cNvPicPr/>
          <p:nvPr/>
        </p:nvPicPr>
        <p:blipFill rotWithShape="1">
          <a:blip r:embed="rId3"/>
          <a:srcRect r="15901" b="28068"/>
          <a:stretch/>
        </p:blipFill>
        <p:spPr>
          <a:xfrm>
            <a:off x="3063098" y="3296653"/>
            <a:ext cx="6065804" cy="328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3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err="1"/>
              <a:t>View</a:t>
            </a:r>
            <a:r>
              <a:rPr lang="es-ES" dirty="0" err="1">
                <a:sym typeface="Wingdings" panose="05000000000000000000" pitchFamily="2" charset="2"/>
              </a:rPr>
              <a:t></a:t>
            </a:r>
            <a:r>
              <a:rPr lang="es-ES" dirty="0" err="1"/>
              <a:t>Target</a:t>
            </a:r>
            <a:r>
              <a:rPr lang="es-ES" dirty="0"/>
              <a:t> </a:t>
            </a:r>
            <a:r>
              <a:rPr lang="es-ES" dirty="0" err="1"/>
              <a:t>configurations</a:t>
            </a: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User defined folder, a new configuration is created as follows: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pic>
        <p:nvPicPr>
          <p:cNvPr id="9" name="Imagen 8"/>
          <p:cNvPicPr/>
          <p:nvPr/>
        </p:nvPicPr>
        <p:blipFill rotWithShape="1">
          <a:blip r:embed="rId2"/>
          <a:srcRect b="31104"/>
          <a:stretch/>
        </p:blipFill>
        <p:spPr>
          <a:xfrm>
            <a:off x="1808480" y="2479040"/>
            <a:ext cx="8229599" cy="358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2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err="1"/>
              <a:t>View</a:t>
            </a:r>
            <a:r>
              <a:rPr lang="es-ES" dirty="0" err="1">
                <a:sym typeface="Wingdings" panose="05000000000000000000" pitchFamily="2" charset="2"/>
              </a:rPr>
              <a:t></a:t>
            </a:r>
            <a:r>
              <a:rPr lang="es-ES" dirty="0" err="1"/>
              <a:t>Target</a:t>
            </a:r>
            <a:r>
              <a:rPr lang="es-ES" dirty="0"/>
              <a:t> </a:t>
            </a:r>
            <a:r>
              <a:rPr lang="es-ES" dirty="0" err="1"/>
              <a:t>configurations</a:t>
            </a: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User defined folder, a new configuration is created as follows: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pic>
        <p:nvPicPr>
          <p:cNvPr id="8" name="Imagen 7"/>
          <p:cNvPicPr/>
          <p:nvPr/>
        </p:nvPicPr>
        <p:blipFill rotWithShape="1">
          <a:blip r:embed="rId2"/>
          <a:srcRect b="29468"/>
          <a:stretch/>
        </p:blipFill>
        <p:spPr>
          <a:xfrm>
            <a:off x="2195846" y="2336801"/>
            <a:ext cx="8136874" cy="38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3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It is then linked to the desired JTAG. For F28335, the following is selected with Typhoon HIL 402:</a:t>
            </a:r>
          </a:p>
          <a:p>
            <a:pPr marL="457200" indent="-457200">
              <a:buFont typeface="+mj-lt"/>
              <a:buAutoNum type="arabicPeriod" startAt="3"/>
            </a:pPr>
            <a:endParaRPr lang="en-GB" dirty="0"/>
          </a:p>
        </p:txBody>
      </p:sp>
      <p:pic>
        <p:nvPicPr>
          <p:cNvPr id="9" name="Imagen 8"/>
          <p:cNvPicPr/>
          <p:nvPr/>
        </p:nvPicPr>
        <p:blipFill rotWithShape="1">
          <a:blip r:embed="rId2"/>
          <a:srcRect b="30769"/>
          <a:stretch/>
        </p:blipFill>
        <p:spPr>
          <a:xfrm>
            <a:off x="2242820" y="2306320"/>
            <a:ext cx="7134859" cy="35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4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DSP is chosen:</a:t>
            </a:r>
          </a:p>
          <a:p>
            <a:pPr marL="457200" indent="-457200">
              <a:buFont typeface="+mj-lt"/>
              <a:buAutoNum type="arabicPeriod" startAt="4"/>
            </a:pPr>
            <a:endParaRPr lang="en-GB" dirty="0"/>
          </a:p>
        </p:txBody>
      </p:sp>
      <p:pic>
        <p:nvPicPr>
          <p:cNvPr id="8" name="Imagen 7"/>
          <p:cNvPicPr/>
          <p:nvPr/>
        </p:nvPicPr>
        <p:blipFill rotWithShape="1">
          <a:blip r:embed="rId2"/>
          <a:srcRect b="9030"/>
          <a:stretch/>
        </p:blipFill>
        <p:spPr>
          <a:xfrm>
            <a:off x="2948940" y="1992305"/>
            <a:ext cx="6875780" cy="426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4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Next a Test Connection is performed. DSP must be connected through USB to the PC. It is configured correctly if this message appears: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endParaRPr lang="en-GB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7916" t="29852" r="19083" b="24074"/>
          <a:stretch/>
        </p:blipFill>
        <p:spPr>
          <a:xfrm>
            <a:off x="1010920" y="2289379"/>
            <a:ext cx="10034693" cy="412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4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This configuration must be associated with the project. To do this, in the user defined folder with the configuration file, link to the desired project.</a:t>
            </a:r>
          </a:p>
        </p:txBody>
      </p:sp>
      <p:pic>
        <p:nvPicPr>
          <p:cNvPr id="8" name="Imagen 7"/>
          <p:cNvPicPr/>
          <p:nvPr/>
        </p:nvPicPr>
        <p:blipFill rotWithShape="1">
          <a:blip r:embed="rId2"/>
          <a:srcRect b="7671"/>
          <a:stretch/>
        </p:blipFill>
        <p:spPr>
          <a:xfrm>
            <a:off x="2924175" y="2377750"/>
            <a:ext cx="7153275" cy="38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2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It's time to assign the target (DSP) and JTAG to the project (</a:t>
            </a:r>
            <a:r>
              <a:rPr lang="en-US" dirty="0" err="1"/>
              <a:t>file.ccxml</a:t>
            </a:r>
            <a:r>
              <a:rPr lang="en-US" dirty="0"/>
              <a:t>):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dirty="0"/>
              <a:t>Once linked it is activated:</a:t>
            </a:r>
          </a:p>
          <a:p>
            <a:pPr marL="457200" indent="-457200">
              <a:buFont typeface="+mj-lt"/>
              <a:buAutoNum type="arabicPeriod" startAt="7"/>
            </a:pPr>
            <a:endParaRPr lang="en-US" dirty="0"/>
          </a:p>
        </p:txBody>
      </p:sp>
      <p:pic>
        <p:nvPicPr>
          <p:cNvPr id="9" name="Imagen 8"/>
          <p:cNvPicPr/>
          <p:nvPr/>
        </p:nvPicPr>
        <p:blipFill rotWithShape="1">
          <a:blip r:embed="rId2"/>
          <a:srcRect b="5477"/>
          <a:stretch/>
        </p:blipFill>
        <p:spPr>
          <a:xfrm>
            <a:off x="2948304" y="1942155"/>
            <a:ext cx="7510146" cy="458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29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Next, you must install the </a:t>
            </a:r>
            <a:r>
              <a:rPr lang="en-US" dirty="0" err="1"/>
              <a:t>controlsuite</a:t>
            </a:r>
            <a:r>
              <a:rPr lang="en-US" dirty="0"/>
              <a:t> that configures DSP properties. </a:t>
            </a:r>
          </a:p>
          <a:p>
            <a:pPr marL="0" indent="0">
              <a:buNone/>
            </a:pPr>
            <a:r>
              <a:rPr lang="en-US" dirty="0"/>
              <a:t>Normally, you install it in the indicated path, but if you have to do it manually, it is done in the following project preferences option: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7500" t="22296" r="18750" b="18592"/>
          <a:stretch/>
        </p:blipFill>
        <p:spPr>
          <a:xfrm>
            <a:off x="2078999" y="2155761"/>
            <a:ext cx="8323531" cy="43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88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CHIL of </a:t>
            </a:r>
            <a:r>
              <a:rPr lang="es-ES" dirty="0" err="1"/>
              <a:t>the</a:t>
            </a:r>
            <a:r>
              <a:rPr lang="es-ES" dirty="0"/>
              <a:t> VSC </a:t>
            </a:r>
            <a:r>
              <a:rPr lang="es-ES" dirty="0" err="1"/>
              <a:t>prototype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Sunrise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AB72-869D-493F-BA20-2A80361A978B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389468" y="1047425"/>
            <a:ext cx="11057466" cy="5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30000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047425"/>
            <a:ext cx="10684933" cy="5129539"/>
          </a:xfrm>
        </p:spPr>
        <p:txBody>
          <a:bodyPr>
            <a:normAutofit/>
          </a:bodyPr>
          <a:lstStyle/>
          <a:p>
            <a:r>
              <a:rPr lang="en-US" dirty="0"/>
              <a:t>Configure debug options. Go to debug configurations and select the appropriate workspace for the project in program.</a:t>
            </a:r>
          </a:p>
          <a:p>
            <a:endParaRPr lang="en-US" dirty="0"/>
          </a:p>
        </p:txBody>
      </p:sp>
      <p:pic>
        <p:nvPicPr>
          <p:cNvPr id="8" name="Imagen 7"/>
          <p:cNvPicPr/>
          <p:nvPr/>
        </p:nvPicPr>
        <p:blipFill rotWithShape="1">
          <a:blip r:embed="rId2"/>
          <a:srcRect b="17535"/>
          <a:stretch/>
        </p:blipFill>
        <p:spPr>
          <a:xfrm>
            <a:off x="2542738" y="1759760"/>
            <a:ext cx="7916256" cy="449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01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2322</TotalTime>
  <Words>516</Words>
  <Application>Microsoft Office PowerPoint</Application>
  <PresentationFormat>Široki ekran</PresentationFormat>
  <Paragraphs>60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2" baseType="lpstr">
      <vt:lpstr>Tema de Office</vt:lpstr>
      <vt:lpstr>Code composer studio installation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  <vt:lpstr>Code composer studio configuration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CRISTINA MARTIN TORRES</dc:creator>
  <cp:lastModifiedBy>MANUEL BARRAGAN VILLAREJO</cp:lastModifiedBy>
  <cp:revision>173</cp:revision>
  <dcterms:created xsi:type="dcterms:W3CDTF">2022-07-06T10:41:16Z</dcterms:created>
  <dcterms:modified xsi:type="dcterms:W3CDTF">2024-08-19T13:22:54Z</dcterms:modified>
</cp:coreProperties>
</file>